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484BC-D8A2-44E0-81AF-AFEDCB72F0B2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42CFE-1F39-499F-8514-C54163ED80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643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80CEE-B81D-4392-8D4B-F4E414D11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06F57B-1752-415E-9CEA-CB2FBEC21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2D1454-7042-4939-8046-BFB72C24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1DBB75-4663-4E11-B1A8-7270AA1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4F0FA0-9BBA-4A41-89AD-EF80B9AE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CE62-2037-4619-AA61-60905FE1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310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85B3F-C2B3-4B59-ABDD-9330F14B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7C7A41-3CEB-4CA4-BF2C-1A7E0AD66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78B7E0-F6A0-47E6-A96D-931F8993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11B9D-2FCD-448B-AEE6-394E13C66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471FB5-2AAE-4521-9B71-52441965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CE62-2037-4619-AA61-60905FE1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00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12D0B-AF12-49A6-9E6C-522B5D474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678C7-D041-4C92-8719-12CCBE347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96446D-DDB2-473D-BBA7-1BAC0A74D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870FF0-2D81-4EBA-95C3-D61E98FA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491A53-700D-4307-B4BC-1EA0A5606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CE62-2037-4619-AA61-60905FE1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49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9BBD08-9E1C-450A-9C21-30A3098F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1C7500-8D54-43F7-B4B9-1D1D8C755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D90208-DEBD-4C16-8CC8-7819263D7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34AB1E-98CA-4707-A6F4-DB19CD2F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8F23D-681C-4A1A-9C9B-A8276A3E5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A7BF9A-2C44-4724-9725-CA9ADD30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CE62-2037-4619-AA61-60905FE1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103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FD3ED-F6C1-45A5-8C4E-E9CFEA696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0511C9-52A4-4A91-BF43-640C244A8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95E41A-9A2F-4BA6-8664-3FD2D9865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5C5E0F-E46E-4322-9D39-B5E96BB91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2B823E-2727-44AB-ADFE-890D6987D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B3018A-0FE9-4499-A40C-42C4A9A6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6CB538-8017-472C-A16E-802ACF1E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2E7B11-5BFE-4F16-89D9-DC86272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CE62-2037-4619-AA61-60905FE1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17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C6387-CCEB-4DE2-A7BF-A3BDD5ACF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37A8C3-5303-43EC-B0D0-34E1CE15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8D29C9-5511-4970-A0D5-E5491B24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CA4236-8966-4A70-946B-A87BBDDB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CE62-2037-4619-AA61-60905FE1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062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658558-9D4B-4BE6-833D-5811C0974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0AF9C-6325-4F71-BCC9-69525918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A6225D-F8D8-41B0-BACC-329C968D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CE62-2037-4619-AA61-60905FE1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336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46F61-175B-4E8C-B000-1848B71E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DF19D7-42B2-4562-BFC7-98929A2AB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D13F6B-7C7F-4490-A1A2-2D8BC6E78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1E7921-0351-42A4-94E2-F4E839213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05B017-3C85-4B94-983B-A150BCCC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1957F6-8608-4595-B173-55F5F429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CE62-2037-4619-AA61-60905FE1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68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A609A-B410-4BAF-BCE5-0F7573B9F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CE3E46-A603-4140-92D8-164BF133D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36FD89-9564-48A5-9A07-C495BF0D5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FCD846-F84A-4B7B-BE46-2AF3D67FA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1DA00A-CB6F-4469-82E2-02770B787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3700DF-3B27-44AA-9758-0CF6A4B5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CE62-2037-4619-AA61-60905FE1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922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38C14-3675-4D81-B057-BB7D06542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D3680C-123B-473D-8917-CF257B993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B10B30-7986-4B6A-9907-FF78A460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1D64FC-D6C3-4E6F-B116-CB6E85CA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E341D-E4FF-4936-B768-6A111838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CE62-2037-4619-AA61-60905FE1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328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A2EB95-C92E-465E-8AE7-764C69963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60042F-BD47-4E1E-9E72-3E48CE38E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953063-5979-4649-B447-AAB413EA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3FB09B-89E2-4815-A542-9F2915D3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992F6A-60D2-42B7-B71D-32D9608B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CE62-2037-4619-AA61-60905FE1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68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94840" y="1244600"/>
            <a:ext cx="8402319" cy="746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1850" y="1492250"/>
            <a:ext cx="10534650" cy="3604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22838" y="6438155"/>
            <a:ext cx="210820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60EE8F-9CC2-4CAE-9E1C-91AF48E67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33F37E-FD41-4EBF-91AC-0446CDF29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86B464-425F-44A7-8E73-4672E894E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2019/10/29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CF1497-809C-44DE-B938-BDFB67476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EAB868-22E1-458C-9D25-3F7D503CF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6CE62-2037-4619-AA61-60905FE1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89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senix.org/conference/usenixsecurity17/technical-sessions/presentation/xue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jp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292019159c@fcvh77f.co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29512-E246-4B9A-86FA-21F10F969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1174" y="1758103"/>
            <a:ext cx="9715893" cy="1266384"/>
          </a:xfrm>
        </p:spPr>
        <p:txBody>
          <a:bodyPr>
            <a:noAutofit/>
          </a:bodyPr>
          <a:lstStyle/>
          <a:p>
            <a:r>
              <a:rPr lang="en-US" altLang="zh-CN" sz="4000" b="1" dirty="0" err="1"/>
              <a:t>Malton</a:t>
            </a:r>
            <a:r>
              <a:rPr lang="en-US" altLang="zh-CN" sz="4000" b="1" dirty="0"/>
              <a:t>: Towards On-Device Non-Invasive</a:t>
            </a:r>
            <a:br>
              <a:rPr lang="en-US" altLang="zh-CN" sz="4000" b="1" dirty="0"/>
            </a:br>
            <a:r>
              <a:rPr lang="en-US" altLang="zh-CN" sz="4000" b="1" dirty="0"/>
              <a:t>Mobile Malware Analysis for ART</a:t>
            </a:r>
            <a:endParaRPr lang="zh-CN" altLang="en-US" sz="40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D87A87-F3F0-470B-A709-8663CE274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9828" y="3795371"/>
            <a:ext cx="5032344" cy="861774"/>
          </a:xfrm>
        </p:spPr>
        <p:txBody>
          <a:bodyPr>
            <a:normAutofit/>
          </a:bodyPr>
          <a:lstStyle/>
          <a:p>
            <a:pPr algn="l"/>
            <a:r>
              <a:rPr lang="en-US" altLang="zh-CN" sz="2000" dirty="0"/>
              <a:t>DZ1933008  </a:t>
            </a:r>
            <a:r>
              <a:rPr lang="zh-CN" altLang="en-US" sz="2000" dirty="0"/>
              <a:t>郭迎港</a:t>
            </a:r>
            <a:r>
              <a:rPr lang="en-US" altLang="zh-CN" sz="2000" dirty="0"/>
              <a:t>      MF1933040  </a:t>
            </a:r>
            <a:r>
              <a:rPr lang="zh-CN" altLang="en-US" sz="2000" dirty="0"/>
              <a:t>贾晓玉</a:t>
            </a:r>
            <a:endParaRPr lang="en-US" altLang="zh-CN" sz="2000" dirty="0"/>
          </a:p>
          <a:p>
            <a:pPr algn="l"/>
            <a:r>
              <a:rPr lang="en-US" altLang="zh-CN" sz="2000" dirty="0"/>
              <a:t>MG1933060 </a:t>
            </a:r>
            <a:r>
              <a:rPr lang="zh-CN" altLang="en-US" sz="2000" dirty="0"/>
              <a:t>王文</a:t>
            </a:r>
            <a:r>
              <a:rPr lang="en-US" altLang="zh-CN" sz="2000" dirty="0"/>
              <a:t>          MG1933088  </a:t>
            </a:r>
            <a:r>
              <a:rPr lang="zh-CN" altLang="en-US" sz="2000" dirty="0"/>
              <a:t>袁佳莉</a:t>
            </a:r>
            <a:endParaRPr lang="en-US" altLang="zh-CN" sz="2000" dirty="0"/>
          </a:p>
          <a:p>
            <a:pPr algn="l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EC16D0-9D18-4875-8F7A-3067AADB1DAA}"/>
              </a:ext>
            </a:extLst>
          </p:cNvPr>
          <p:cNvSpPr txBox="1"/>
          <p:nvPr/>
        </p:nvSpPr>
        <p:spPr>
          <a:xfrm>
            <a:off x="1731391" y="5069811"/>
            <a:ext cx="872921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Xue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L, Zhou Y, Chen T, et al.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Malton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: Towards On-Device Non-Invasive Mobile Malware Analysis for {ART}[C]//26th {USENIX} Security Symposium ({USENIX} Security 17). 2017: 289-306.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https://www.usenix.org/conference/usenixsecurity17/technical-sessions/presentation/xue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547E82-1724-4F50-B828-24159240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CE62-2037-4619-AA61-60905FE1470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6E2B65AC-BA6E-461E-99BD-578F98F86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713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21130" y="1726283"/>
            <a:ext cx="8571612" cy="7582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21131" y="1726283"/>
            <a:ext cx="8571865" cy="758825"/>
          </a:xfrm>
          <a:custGeom>
            <a:avLst/>
            <a:gdLst/>
            <a:ahLst/>
            <a:cxnLst/>
            <a:rect l="l" t="t" r="r" b="b"/>
            <a:pathLst>
              <a:path w="8571865" h="758825">
                <a:moveTo>
                  <a:pt x="0" y="0"/>
                </a:moveTo>
                <a:lnTo>
                  <a:pt x="8571612" y="0"/>
                </a:lnTo>
                <a:lnTo>
                  <a:pt x="8571612" y="758262"/>
                </a:lnTo>
                <a:lnTo>
                  <a:pt x="0" y="758262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24306" y="1739900"/>
            <a:ext cx="8565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00"/>
              </a:spcBef>
            </a:pPr>
            <a:r>
              <a:rPr sz="2400" b="1" spc="-30" dirty="0">
                <a:latin typeface="Trebuchet MS"/>
                <a:cs typeface="Trebuchet MS"/>
              </a:rPr>
              <a:t>Focus </a:t>
            </a:r>
            <a:r>
              <a:rPr sz="2400" b="1" spc="-5" dirty="0">
                <a:latin typeface="Trebuchet MS"/>
                <a:cs typeface="Trebuchet MS"/>
              </a:rPr>
              <a:t>on </a:t>
            </a:r>
            <a:r>
              <a:rPr sz="2400" b="1" dirty="0">
                <a:latin typeface="Trebuchet MS"/>
                <a:cs typeface="Trebuchet MS"/>
              </a:rPr>
              <a:t>a </a:t>
            </a:r>
            <a:r>
              <a:rPr sz="2400" b="1" spc="-5" dirty="0">
                <a:latin typeface="Trebuchet MS"/>
                <a:cs typeface="Trebuchet MS"/>
              </a:rPr>
              <a:t>specific</a:t>
            </a:r>
            <a:r>
              <a:rPr sz="2400" b="1" spc="30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6856" y="1667183"/>
            <a:ext cx="902969" cy="902969"/>
          </a:xfrm>
          <a:custGeom>
            <a:avLst/>
            <a:gdLst/>
            <a:ahLst/>
            <a:cxnLst/>
            <a:rect l="l" t="t" r="r" b="b"/>
            <a:pathLst>
              <a:path w="902969" h="902969">
                <a:moveTo>
                  <a:pt x="451196" y="0"/>
                </a:moveTo>
                <a:lnTo>
                  <a:pt x="402028" y="2665"/>
                </a:lnTo>
                <a:lnTo>
                  <a:pt x="354395" y="10441"/>
                </a:lnTo>
                <a:lnTo>
                  <a:pt x="308572" y="23053"/>
                </a:lnTo>
                <a:lnTo>
                  <a:pt x="264834" y="40224"/>
                </a:lnTo>
                <a:lnTo>
                  <a:pt x="223456" y="61681"/>
                </a:lnTo>
                <a:lnTo>
                  <a:pt x="184713" y="87147"/>
                </a:lnTo>
                <a:lnTo>
                  <a:pt x="148880" y="116347"/>
                </a:lnTo>
                <a:lnTo>
                  <a:pt x="116233" y="149007"/>
                </a:lnTo>
                <a:lnTo>
                  <a:pt x="87046" y="184850"/>
                </a:lnTo>
                <a:lnTo>
                  <a:pt x="61594" y="223603"/>
                </a:lnTo>
                <a:lnTo>
                  <a:pt x="40154" y="264989"/>
                </a:lnTo>
                <a:lnTo>
                  <a:pt x="22999" y="308733"/>
                </a:lnTo>
                <a:lnTo>
                  <a:pt x="10405" y="354561"/>
                </a:lnTo>
                <a:lnTo>
                  <a:pt x="2647" y="402197"/>
                </a:lnTo>
                <a:lnTo>
                  <a:pt x="0" y="451364"/>
                </a:lnTo>
                <a:lnTo>
                  <a:pt x="2648" y="500546"/>
                </a:lnTo>
                <a:lnTo>
                  <a:pt x="10410" y="548193"/>
                </a:lnTo>
                <a:lnTo>
                  <a:pt x="23010" y="594031"/>
                </a:lnTo>
                <a:lnTo>
                  <a:pt x="40173" y="637784"/>
                </a:lnTo>
                <a:lnTo>
                  <a:pt x="61624" y="679177"/>
                </a:lnTo>
                <a:lnTo>
                  <a:pt x="87087" y="717935"/>
                </a:lnTo>
                <a:lnTo>
                  <a:pt x="116286" y="753782"/>
                </a:lnTo>
                <a:lnTo>
                  <a:pt x="148947" y="786443"/>
                </a:lnTo>
                <a:lnTo>
                  <a:pt x="184794" y="815642"/>
                </a:lnTo>
                <a:lnTo>
                  <a:pt x="223552" y="841105"/>
                </a:lnTo>
                <a:lnTo>
                  <a:pt x="264945" y="862556"/>
                </a:lnTo>
                <a:lnTo>
                  <a:pt x="308698" y="879719"/>
                </a:lnTo>
                <a:lnTo>
                  <a:pt x="354536" y="892319"/>
                </a:lnTo>
                <a:lnTo>
                  <a:pt x="402279" y="900086"/>
                </a:lnTo>
                <a:lnTo>
                  <a:pt x="451365" y="902729"/>
                </a:lnTo>
                <a:lnTo>
                  <a:pt x="500529" y="900081"/>
                </a:lnTo>
                <a:lnTo>
                  <a:pt x="548172" y="892319"/>
                </a:lnTo>
                <a:lnTo>
                  <a:pt x="594009" y="879719"/>
                </a:lnTo>
                <a:lnTo>
                  <a:pt x="637618" y="862630"/>
                </a:lnTo>
                <a:lnTo>
                  <a:pt x="678984" y="841217"/>
                </a:lnTo>
                <a:lnTo>
                  <a:pt x="717721" y="815798"/>
                </a:lnTo>
                <a:lnTo>
                  <a:pt x="753555" y="786647"/>
                </a:lnTo>
                <a:lnTo>
                  <a:pt x="786211" y="754039"/>
                </a:lnTo>
                <a:lnTo>
                  <a:pt x="815413" y="718247"/>
                </a:lnTo>
                <a:lnTo>
                  <a:pt x="840888" y="679546"/>
                </a:lnTo>
                <a:lnTo>
                  <a:pt x="843030" y="675422"/>
                </a:lnTo>
                <a:lnTo>
                  <a:pt x="451365" y="675422"/>
                </a:lnTo>
                <a:lnTo>
                  <a:pt x="406209" y="670870"/>
                </a:lnTo>
                <a:lnTo>
                  <a:pt x="364151" y="657815"/>
                </a:lnTo>
                <a:lnTo>
                  <a:pt x="326091" y="637157"/>
                </a:lnTo>
                <a:lnTo>
                  <a:pt x="292932" y="609797"/>
                </a:lnTo>
                <a:lnTo>
                  <a:pt x="265572" y="576637"/>
                </a:lnTo>
                <a:lnTo>
                  <a:pt x="244914" y="538577"/>
                </a:lnTo>
                <a:lnTo>
                  <a:pt x="231859" y="496519"/>
                </a:lnTo>
                <a:lnTo>
                  <a:pt x="227307" y="451364"/>
                </a:lnTo>
                <a:lnTo>
                  <a:pt x="231856" y="406220"/>
                </a:lnTo>
                <a:lnTo>
                  <a:pt x="244906" y="364171"/>
                </a:lnTo>
                <a:lnTo>
                  <a:pt x="265554" y="326118"/>
                </a:lnTo>
                <a:lnTo>
                  <a:pt x="292902" y="292961"/>
                </a:lnTo>
                <a:lnTo>
                  <a:pt x="326049" y="265601"/>
                </a:lnTo>
                <a:lnTo>
                  <a:pt x="364094" y="244939"/>
                </a:lnTo>
                <a:lnTo>
                  <a:pt x="406138" y="231874"/>
                </a:lnTo>
                <a:lnTo>
                  <a:pt x="451281" y="227307"/>
                </a:lnTo>
                <a:lnTo>
                  <a:pt x="451196" y="0"/>
                </a:lnTo>
                <a:close/>
              </a:path>
              <a:path w="902969" h="902969">
                <a:moveTo>
                  <a:pt x="675421" y="451688"/>
                </a:moveTo>
                <a:lnTo>
                  <a:pt x="670813" y="496793"/>
                </a:lnTo>
                <a:lnTo>
                  <a:pt x="657721" y="538797"/>
                </a:lnTo>
                <a:lnTo>
                  <a:pt x="637044" y="576802"/>
                </a:lnTo>
                <a:lnTo>
                  <a:pt x="609683" y="609911"/>
                </a:lnTo>
                <a:lnTo>
                  <a:pt x="576535" y="637226"/>
                </a:lnTo>
                <a:lnTo>
                  <a:pt x="538500" y="657847"/>
                </a:lnTo>
                <a:lnTo>
                  <a:pt x="496477" y="670879"/>
                </a:lnTo>
                <a:lnTo>
                  <a:pt x="451365" y="675422"/>
                </a:lnTo>
                <a:lnTo>
                  <a:pt x="843030" y="675422"/>
                </a:lnTo>
                <a:lnTo>
                  <a:pt x="862360" y="638211"/>
                </a:lnTo>
                <a:lnTo>
                  <a:pt x="879555" y="594516"/>
                </a:lnTo>
                <a:lnTo>
                  <a:pt x="892198" y="548736"/>
                </a:lnTo>
                <a:lnTo>
                  <a:pt x="900014" y="501144"/>
                </a:lnTo>
                <a:lnTo>
                  <a:pt x="902728" y="452015"/>
                </a:lnTo>
                <a:lnTo>
                  <a:pt x="675421" y="451688"/>
                </a:lnTo>
                <a:close/>
              </a:path>
            </a:pathLst>
          </a:custGeom>
          <a:solidFill>
            <a:srgbClr val="7F7F7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6855" y="1667183"/>
            <a:ext cx="902969" cy="902969"/>
          </a:xfrm>
          <a:custGeom>
            <a:avLst/>
            <a:gdLst/>
            <a:ahLst/>
            <a:cxnLst/>
            <a:rect l="l" t="t" r="r" b="b"/>
            <a:pathLst>
              <a:path w="902969" h="902969">
                <a:moveTo>
                  <a:pt x="902728" y="452015"/>
                </a:moveTo>
                <a:lnTo>
                  <a:pt x="900014" y="501143"/>
                </a:lnTo>
                <a:lnTo>
                  <a:pt x="892198" y="548735"/>
                </a:lnTo>
                <a:lnTo>
                  <a:pt x="879556" y="594516"/>
                </a:lnTo>
                <a:lnTo>
                  <a:pt x="862361" y="638211"/>
                </a:lnTo>
                <a:lnTo>
                  <a:pt x="840888" y="679545"/>
                </a:lnTo>
                <a:lnTo>
                  <a:pt x="815413" y="718246"/>
                </a:lnTo>
                <a:lnTo>
                  <a:pt x="786211" y="754038"/>
                </a:lnTo>
                <a:lnTo>
                  <a:pt x="753555" y="786646"/>
                </a:lnTo>
                <a:lnTo>
                  <a:pt x="717721" y="815797"/>
                </a:lnTo>
                <a:lnTo>
                  <a:pt x="678984" y="841217"/>
                </a:lnTo>
                <a:lnTo>
                  <a:pt x="637618" y="862629"/>
                </a:lnTo>
                <a:lnTo>
                  <a:pt x="593898" y="879761"/>
                </a:lnTo>
                <a:lnTo>
                  <a:pt x="548100" y="892338"/>
                </a:lnTo>
                <a:lnTo>
                  <a:pt x="500497" y="900086"/>
                </a:lnTo>
                <a:lnTo>
                  <a:pt x="451364" y="902729"/>
                </a:lnTo>
                <a:lnTo>
                  <a:pt x="402183" y="900081"/>
                </a:lnTo>
                <a:lnTo>
                  <a:pt x="354536" y="892319"/>
                </a:lnTo>
                <a:lnTo>
                  <a:pt x="308698" y="879719"/>
                </a:lnTo>
                <a:lnTo>
                  <a:pt x="264945" y="862555"/>
                </a:lnTo>
                <a:lnTo>
                  <a:pt x="223552" y="841105"/>
                </a:lnTo>
                <a:lnTo>
                  <a:pt x="184794" y="815642"/>
                </a:lnTo>
                <a:lnTo>
                  <a:pt x="148947" y="786443"/>
                </a:lnTo>
                <a:lnTo>
                  <a:pt x="116286" y="753782"/>
                </a:lnTo>
                <a:lnTo>
                  <a:pt x="87087" y="717935"/>
                </a:lnTo>
                <a:lnTo>
                  <a:pt x="61624" y="679177"/>
                </a:lnTo>
                <a:lnTo>
                  <a:pt x="40173" y="637784"/>
                </a:lnTo>
                <a:lnTo>
                  <a:pt x="23010" y="594031"/>
                </a:lnTo>
                <a:lnTo>
                  <a:pt x="10410" y="548193"/>
                </a:lnTo>
                <a:lnTo>
                  <a:pt x="2648" y="500546"/>
                </a:lnTo>
                <a:lnTo>
                  <a:pt x="0" y="451364"/>
                </a:lnTo>
                <a:lnTo>
                  <a:pt x="2647" y="402196"/>
                </a:lnTo>
                <a:lnTo>
                  <a:pt x="10405" y="354560"/>
                </a:lnTo>
                <a:lnTo>
                  <a:pt x="22999" y="308732"/>
                </a:lnTo>
                <a:lnTo>
                  <a:pt x="40154" y="264988"/>
                </a:lnTo>
                <a:lnTo>
                  <a:pt x="61594" y="223602"/>
                </a:lnTo>
                <a:lnTo>
                  <a:pt x="87046" y="184849"/>
                </a:lnTo>
                <a:lnTo>
                  <a:pt x="116233" y="149006"/>
                </a:lnTo>
                <a:lnTo>
                  <a:pt x="148880" y="116346"/>
                </a:lnTo>
                <a:lnTo>
                  <a:pt x="184713" y="87146"/>
                </a:lnTo>
                <a:lnTo>
                  <a:pt x="223456" y="61680"/>
                </a:lnTo>
                <a:lnTo>
                  <a:pt x="264834" y="40224"/>
                </a:lnTo>
                <a:lnTo>
                  <a:pt x="308572" y="23052"/>
                </a:lnTo>
                <a:lnTo>
                  <a:pt x="354395" y="10441"/>
                </a:lnTo>
                <a:lnTo>
                  <a:pt x="402028" y="2665"/>
                </a:lnTo>
                <a:lnTo>
                  <a:pt x="451196" y="0"/>
                </a:lnTo>
                <a:lnTo>
                  <a:pt x="451281" y="227307"/>
                </a:lnTo>
                <a:lnTo>
                  <a:pt x="406138" y="231873"/>
                </a:lnTo>
                <a:lnTo>
                  <a:pt x="364094" y="244938"/>
                </a:lnTo>
                <a:lnTo>
                  <a:pt x="326049" y="265601"/>
                </a:lnTo>
                <a:lnTo>
                  <a:pt x="292902" y="292961"/>
                </a:lnTo>
                <a:lnTo>
                  <a:pt x="265554" y="326118"/>
                </a:lnTo>
                <a:lnTo>
                  <a:pt x="244906" y="364171"/>
                </a:lnTo>
                <a:lnTo>
                  <a:pt x="231856" y="406219"/>
                </a:lnTo>
                <a:lnTo>
                  <a:pt x="227307" y="451364"/>
                </a:lnTo>
                <a:lnTo>
                  <a:pt x="231859" y="496519"/>
                </a:lnTo>
                <a:lnTo>
                  <a:pt x="244914" y="538577"/>
                </a:lnTo>
                <a:lnTo>
                  <a:pt x="265572" y="576637"/>
                </a:lnTo>
                <a:lnTo>
                  <a:pt x="292932" y="609797"/>
                </a:lnTo>
                <a:lnTo>
                  <a:pt x="326091" y="637157"/>
                </a:lnTo>
                <a:lnTo>
                  <a:pt x="364151" y="657815"/>
                </a:lnTo>
                <a:lnTo>
                  <a:pt x="406209" y="670870"/>
                </a:lnTo>
                <a:lnTo>
                  <a:pt x="451364" y="675422"/>
                </a:lnTo>
                <a:lnTo>
                  <a:pt x="496476" y="670879"/>
                </a:lnTo>
                <a:lnTo>
                  <a:pt x="538499" y="657847"/>
                </a:lnTo>
                <a:lnTo>
                  <a:pt x="576534" y="637225"/>
                </a:lnTo>
                <a:lnTo>
                  <a:pt x="609683" y="609911"/>
                </a:lnTo>
                <a:lnTo>
                  <a:pt x="637045" y="576802"/>
                </a:lnTo>
                <a:lnTo>
                  <a:pt x="657721" y="538797"/>
                </a:lnTo>
                <a:lnTo>
                  <a:pt x="670813" y="496792"/>
                </a:lnTo>
                <a:lnTo>
                  <a:pt x="675421" y="451687"/>
                </a:lnTo>
                <a:lnTo>
                  <a:pt x="902728" y="452015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78758" y="1667184"/>
            <a:ext cx="450850" cy="451484"/>
          </a:xfrm>
          <a:custGeom>
            <a:avLst/>
            <a:gdLst/>
            <a:ahLst/>
            <a:cxnLst/>
            <a:rect l="l" t="t" r="r" b="b"/>
            <a:pathLst>
              <a:path w="450850" h="451485">
                <a:moveTo>
                  <a:pt x="538" y="0"/>
                </a:moveTo>
                <a:lnTo>
                  <a:pt x="0" y="225681"/>
                </a:lnTo>
                <a:lnTo>
                  <a:pt x="45399" y="230360"/>
                </a:lnTo>
                <a:lnTo>
                  <a:pt x="87672" y="243570"/>
                </a:lnTo>
                <a:lnTo>
                  <a:pt x="125918" y="264409"/>
                </a:lnTo>
                <a:lnTo>
                  <a:pt x="159233" y="291971"/>
                </a:lnTo>
                <a:lnTo>
                  <a:pt x="186715" y="325352"/>
                </a:lnTo>
                <a:lnTo>
                  <a:pt x="207463" y="363648"/>
                </a:lnTo>
                <a:lnTo>
                  <a:pt x="220573" y="405953"/>
                </a:lnTo>
                <a:lnTo>
                  <a:pt x="225144" y="451364"/>
                </a:lnTo>
                <a:lnTo>
                  <a:pt x="450827" y="451364"/>
                </a:lnTo>
                <a:lnTo>
                  <a:pt x="448187" y="402263"/>
                </a:lnTo>
                <a:lnTo>
                  <a:pt x="440449" y="354689"/>
                </a:lnTo>
                <a:lnTo>
                  <a:pt x="427887" y="308916"/>
                </a:lnTo>
                <a:lnTo>
                  <a:pt x="410775" y="265218"/>
                </a:lnTo>
                <a:lnTo>
                  <a:pt x="389387" y="223870"/>
                </a:lnTo>
                <a:lnTo>
                  <a:pt x="363997" y="185146"/>
                </a:lnTo>
                <a:lnTo>
                  <a:pt x="334877" y="149321"/>
                </a:lnTo>
                <a:lnTo>
                  <a:pt x="302303" y="116669"/>
                </a:lnTo>
                <a:lnTo>
                  <a:pt x="266547" y="87464"/>
                </a:lnTo>
                <a:lnTo>
                  <a:pt x="227884" y="61981"/>
                </a:lnTo>
                <a:lnTo>
                  <a:pt x="186587" y="40494"/>
                </a:lnTo>
                <a:lnTo>
                  <a:pt x="142930" y="23278"/>
                </a:lnTo>
                <a:lnTo>
                  <a:pt x="97187" y="10608"/>
                </a:lnTo>
                <a:lnTo>
                  <a:pt x="49631" y="2757"/>
                </a:lnTo>
                <a:lnTo>
                  <a:pt x="538" y="0"/>
                </a:lnTo>
                <a:close/>
              </a:path>
            </a:pathLst>
          </a:custGeom>
          <a:solidFill>
            <a:srgbClr val="007E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78758" y="1667184"/>
            <a:ext cx="450850" cy="451484"/>
          </a:xfrm>
          <a:custGeom>
            <a:avLst/>
            <a:gdLst/>
            <a:ahLst/>
            <a:cxnLst/>
            <a:rect l="l" t="t" r="r" b="b"/>
            <a:pathLst>
              <a:path w="450850" h="451485">
                <a:moveTo>
                  <a:pt x="538" y="0"/>
                </a:moveTo>
                <a:lnTo>
                  <a:pt x="49632" y="2757"/>
                </a:lnTo>
                <a:lnTo>
                  <a:pt x="97188" y="10608"/>
                </a:lnTo>
                <a:lnTo>
                  <a:pt x="142931" y="23278"/>
                </a:lnTo>
                <a:lnTo>
                  <a:pt x="186588" y="40494"/>
                </a:lnTo>
                <a:lnTo>
                  <a:pt x="227885" y="61981"/>
                </a:lnTo>
                <a:lnTo>
                  <a:pt x="266548" y="87464"/>
                </a:lnTo>
                <a:lnTo>
                  <a:pt x="302304" y="116668"/>
                </a:lnTo>
                <a:lnTo>
                  <a:pt x="334878" y="149321"/>
                </a:lnTo>
                <a:lnTo>
                  <a:pt x="363998" y="185146"/>
                </a:lnTo>
                <a:lnTo>
                  <a:pt x="389388" y="223870"/>
                </a:lnTo>
                <a:lnTo>
                  <a:pt x="410776" y="265218"/>
                </a:lnTo>
                <a:lnTo>
                  <a:pt x="427888" y="308916"/>
                </a:lnTo>
                <a:lnTo>
                  <a:pt x="440449" y="354689"/>
                </a:lnTo>
                <a:lnTo>
                  <a:pt x="448187" y="402263"/>
                </a:lnTo>
                <a:lnTo>
                  <a:pt x="450827" y="451364"/>
                </a:lnTo>
                <a:lnTo>
                  <a:pt x="225145" y="451364"/>
                </a:lnTo>
                <a:lnTo>
                  <a:pt x="220574" y="405953"/>
                </a:lnTo>
                <a:lnTo>
                  <a:pt x="207464" y="363648"/>
                </a:lnTo>
                <a:lnTo>
                  <a:pt x="186716" y="325352"/>
                </a:lnTo>
                <a:lnTo>
                  <a:pt x="159233" y="291971"/>
                </a:lnTo>
                <a:lnTo>
                  <a:pt x="125918" y="264409"/>
                </a:lnTo>
                <a:lnTo>
                  <a:pt x="87672" y="243571"/>
                </a:lnTo>
                <a:lnTo>
                  <a:pt x="45399" y="230360"/>
                </a:lnTo>
                <a:lnTo>
                  <a:pt x="0" y="225681"/>
                </a:lnTo>
                <a:lnTo>
                  <a:pt x="538" y="0"/>
                </a:lnTo>
                <a:close/>
              </a:path>
            </a:pathLst>
          </a:custGeom>
          <a:ln w="25400">
            <a:solidFill>
              <a:srgbClr val="3A7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97000" y="1955800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81767" y="1879386"/>
            <a:ext cx="168910" cy="452120"/>
          </a:xfrm>
          <a:custGeom>
            <a:avLst/>
            <a:gdLst/>
            <a:ahLst/>
            <a:cxnLst/>
            <a:rect l="l" t="t" r="r" b="b"/>
            <a:pathLst>
              <a:path w="168910" h="452119">
                <a:moveTo>
                  <a:pt x="0" y="0"/>
                </a:moveTo>
                <a:lnTo>
                  <a:pt x="62020" y="0"/>
                </a:lnTo>
                <a:lnTo>
                  <a:pt x="168656" y="226028"/>
                </a:lnTo>
                <a:lnTo>
                  <a:pt x="62020" y="452056"/>
                </a:lnTo>
                <a:lnTo>
                  <a:pt x="0" y="452056"/>
                </a:lnTo>
                <a:lnTo>
                  <a:pt x="106636" y="22602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14481" y="1879386"/>
            <a:ext cx="168910" cy="452120"/>
          </a:xfrm>
          <a:custGeom>
            <a:avLst/>
            <a:gdLst/>
            <a:ahLst/>
            <a:cxnLst/>
            <a:rect l="l" t="t" r="r" b="b"/>
            <a:pathLst>
              <a:path w="168910" h="452119">
                <a:moveTo>
                  <a:pt x="0" y="0"/>
                </a:moveTo>
                <a:lnTo>
                  <a:pt x="62020" y="0"/>
                </a:lnTo>
                <a:lnTo>
                  <a:pt x="168656" y="226028"/>
                </a:lnTo>
                <a:lnTo>
                  <a:pt x="62020" y="452056"/>
                </a:lnTo>
                <a:lnTo>
                  <a:pt x="0" y="452056"/>
                </a:lnTo>
                <a:lnTo>
                  <a:pt x="106636" y="22602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21131" y="2133989"/>
            <a:ext cx="3193415" cy="0"/>
          </a:xfrm>
          <a:custGeom>
            <a:avLst/>
            <a:gdLst/>
            <a:ahLst/>
            <a:cxnLst/>
            <a:rect l="l" t="t" r="r" b="b"/>
            <a:pathLst>
              <a:path w="3193415">
                <a:moveTo>
                  <a:pt x="0" y="0"/>
                </a:moveTo>
                <a:lnTo>
                  <a:pt x="3192981" y="0"/>
                </a:lnTo>
              </a:path>
            </a:pathLst>
          </a:custGeom>
          <a:ln w="19050">
            <a:solidFill>
              <a:srgbClr val="7F7F7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24306" y="2159000"/>
            <a:ext cx="856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e.g., </a:t>
            </a:r>
            <a:r>
              <a:rPr sz="1800" spc="-5" dirty="0">
                <a:latin typeface="Trebuchet MS"/>
                <a:cs typeface="Trebuchet MS"/>
              </a:rPr>
              <a:t>DroidBox (Android framework </a:t>
            </a:r>
            <a:r>
              <a:rPr sz="1800" dirty="0">
                <a:latin typeface="Trebuchet MS"/>
                <a:cs typeface="Trebuchet MS"/>
              </a:rPr>
              <a:t>layer), </a:t>
            </a:r>
            <a:r>
              <a:rPr sz="1800" spc="-25" dirty="0">
                <a:latin typeface="Trebuchet MS"/>
                <a:cs typeface="Trebuchet MS"/>
              </a:rPr>
              <a:t>DroidTrace </a:t>
            </a:r>
            <a:r>
              <a:rPr sz="1800" dirty="0">
                <a:latin typeface="Trebuchet MS"/>
                <a:cs typeface="Trebuchet MS"/>
              </a:rPr>
              <a:t>(System</a:t>
            </a:r>
            <a:r>
              <a:rPr sz="1800" spc="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layer)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21130" y="2837624"/>
            <a:ext cx="8571609" cy="7582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26856" y="2770460"/>
            <a:ext cx="451484" cy="902969"/>
          </a:xfrm>
          <a:custGeom>
            <a:avLst/>
            <a:gdLst/>
            <a:ahLst/>
            <a:cxnLst/>
            <a:rect l="l" t="t" r="r" b="b"/>
            <a:pathLst>
              <a:path w="451484" h="902970">
                <a:moveTo>
                  <a:pt x="451196" y="0"/>
                </a:moveTo>
                <a:lnTo>
                  <a:pt x="402028" y="2665"/>
                </a:lnTo>
                <a:lnTo>
                  <a:pt x="354395" y="10441"/>
                </a:lnTo>
                <a:lnTo>
                  <a:pt x="308572" y="23053"/>
                </a:lnTo>
                <a:lnTo>
                  <a:pt x="264834" y="40224"/>
                </a:lnTo>
                <a:lnTo>
                  <a:pt x="223456" y="61680"/>
                </a:lnTo>
                <a:lnTo>
                  <a:pt x="184713" y="87146"/>
                </a:lnTo>
                <a:lnTo>
                  <a:pt x="148880" y="116347"/>
                </a:lnTo>
                <a:lnTo>
                  <a:pt x="116233" y="149006"/>
                </a:lnTo>
                <a:lnTo>
                  <a:pt x="87046" y="184850"/>
                </a:lnTo>
                <a:lnTo>
                  <a:pt x="61594" y="223602"/>
                </a:lnTo>
                <a:lnTo>
                  <a:pt x="40154" y="264988"/>
                </a:lnTo>
                <a:lnTo>
                  <a:pt x="22999" y="308733"/>
                </a:lnTo>
                <a:lnTo>
                  <a:pt x="10405" y="354561"/>
                </a:lnTo>
                <a:lnTo>
                  <a:pt x="2647" y="402196"/>
                </a:lnTo>
                <a:lnTo>
                  <a:pt x="0" y="451365"/>
                </a:lnTo>
                <a:lnTo>
                  <a:pt x="2645" y="500514"/>
                </a:lnTo>
                <a:lnTo>
                  <a:pt x="10397" y="548132"/>
                </a:lnTo>
                <a:lnTo>
                  <a:pt x="22982" y="593944"/>
                </a:lnTo>
                <a:lnTo>
                  <a:pt x="40124" y="637675"/>
                </a:lnTo>
                <a:lnTo>
                  <a:pt x="61550" y="679050"/>
                </a:lnTo>
                <a:lnTo>
                  <a:pt x="86984" y="717794"/>
                </a:lnTo>
                <a:lnTo>
                  <a:pt x="116151" y="753632"/>
                </a:lnTo>
                <a:lnTo>
                  <a:pt x="148777" y="786290"/>
                </a:lnTo>
                <a:lnTo>
                  <a:pt x="184588" y="815491"/>
                </a:lnTo>
                <a:lnTo>
                  <a:pt x="223308" y="840962"/>
                </a:lnTo>
                <a:lnTo>
                  <a:pt x="264662" y="862427"/>
                </a:lnTo>
                <a:lnTo>
                  <a:pt x="308377" y="879611"/>
                </a:lnTo>
                <a:lnTo>
                  <a:pt x="354177" y="892240"/>
                </a:lnTo>
                <a:lnTo>
                  <a:pt x="401788" y="900037"/>
                </a:lnTo>
                <a:lnTo>
                  <a:pt x="450934" y="902729"/>
                </a:lnTo>
                <a:lnTo>
                  <a:pt x="451152" y="675422"/>
                </a:lnTo>
                <a:lnTo>
                  <a:pt x="406029" y="670833"/>
                </a:lnTo>
                <a:lnTo>
                  <a:pt x="364006" y="657753"/>
                </a:lnTo>
                <a:lnTo>
                  <a:pt x="325982" y="637083"/>
                </a:lnTo>
                <a:lnTo>
                  <a:pt x="292856" y="609722"/>
                </a:lnTo>
                <a:lnTo>
                  <a:pt x="265526" y="576569"/>
                </a:lnTo>
                <a:lnTo>
                  <a:pt x="244892" y="538526"/>
                </a:lnTo>
                <a:lnTo>
                  <a:pt x="231853" y="496491"/>
                </a:lnTo>
                <a:lnTo>
                  <a:pt x="227307" y="451364"/>
                </a:lnTo>
                <a:lnTo>
                  <a:pt x="231856" y="406220"/>
                </a:lnTo>
                <a:lnTo>
                  <a:pt x="244906" y="364171"/>
                </a:lnTo>
                <a:lnTo>
                  <a:pt x="265554" y="326118"/>
                </a:lnTo>
                <a:lnTo>
                  <a:pt x="292902" y="292961"/>
                </a:lnTo>
                <a:lnTo>
                  <a:pt x="326049" y="265601"/>
                </a:lnTo>
                <a:lnTo>
                  <a:pt x="364094" y="244939"/>
                </a:lnTo>
                <a:lnTo>
                  <a:pt x="406138" y="231874"/>
                </a:lnTo>
                <a:lnTo>
                  <a:pt x="451281" y="227307"/>
                </a:lnTo>
                <a:lnTo>
                  <a:pt x="451196" y="0"/>
                </a:lnTo>
                <a:close/>
              </a:path>
            </a:pathLst>
          </a:custGeom>
          <a:solidFill>
            <a:srgbClr val="7F7F7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26856" y="2770460"/>
            <a:ext cx="451484" cy="902969"/>
          </a:xfrm>
          <a:custGeom>
            <a:avLst/>
            <a:gdLst/>
            <a:ahLst/>
            <a:cxnLst/>
            <a:rect l="l" t="t" r="r" b="b"/>
            <a:pathLst>
              <a:path w="451484" h="902970">
                <a:moveTo>
                  <a:pt x="450934" y="902729"/>
                </a:moveTo>
                <a:lnTo>
                  <a:pt x="401788" y="900037"/>
                </a:lnTo>
                <a:lnTo>
                  <a:pt x="354177" y="892239"/>
                </a:lnTo>
                <a:lnTo>
                  <a:pt x="308377" y="879611"/>
                </a:lnTo>
                <a:lnTo>
                  <a:pt x="264662" y="862427"/>
                </a:lnTo>
                <a:lnTo>
                  <a:pt x="223308" y="840962"/>
                </a:lnTo>
                <a:lnTo>
                  <a:pt x="184588" y="815491"/>
                </a:lnTo>
                <a:lnTo>
                  <a:pt x="148777" y="786289"/>
                </a:lnTo>
                <a:lnTo>
                  <a:pt x="116151" y="753632"/>
                </a:lnTo>
                <a:lnTo>
                  <a:pt x="86984" y="717794"/>
                </a:lnTo>
                <a:lnTo>
                  <a:pt x="61550" y="679049"/>
                </a:lnTo>
                <a:lnTo>
                  <a:pt x="40124" y="637674"/>
                </a:lnTo>
                <a:lnTo>
                  <a:pt x="22982" y="593943"/>
                </a:lnTo>
                <a:lnTo>
                  <a:pt x="10397" y="548131"/>
                </a:lnTo>
                <a:lnTo>
                  <a:pt x="2645" y="500513"/>
                </a:lnTo>
                <a:lnTo>
                  <a:pt x="0" y="451364"/>
                </a:lnTo>
                <a:lnTo>
                  <a:pt x="2647" y="402196"/>
                </a:lnTo>
                <a:lnTo>
                  <a:pt x="10405" y="354560"/>
                </a:lnTo>
                <a:lnTo>
                  <a:pt x="22999" y="308732"/>
                </a:lnTo>
                <a:lnTo>
                  <a:pt x="40154" y="264988"/>
                </a:lnTo>
                <a:lnTo>
                  <a:pt x="61594" y="223602"/>
                </a:lnTo>
                <a:lnTo>
                  <a:pt x="87046" y="184849"/>
                </a:lnTo>
                <a:lnTo>
                  <a:pt x="116233" y="149006"/>
                </a:lnTo>
                <a:lnTo>
                  <a:pt x="148880" y="116346"/>
                </a:lnTo>
                <a:lnTo>
                  <a:pt x="184713" y="87146"/>
                </a:lnTo>
                <a:lnTo>
                  <a:pt x="223456" y="61680"/>
                </a:lnTo>
                <a:lnTo>
                  <a:pt x="264834" y="40224"/>
                </a:lnTo>
                <a:lnTo>
                  <a:pt x="308572" y="23052"/>
                </a:lnTo>
                <a:lnTo>
                  <a:pt x="354395" y="10441"/>
                </a:lnTo>
                <a:lnTo>
                  <a:pt x="402028" y="2665"/>
                </a:lnTo>
                <a:lnTo>
                  <a:pt x="451195" y="0"/>
                </a:lnTo>
                <a:lnTo>
                  <a:pt x="451281" y="227307"/>
                </a:lnTo>
                <a:lnTo>
                  <a:pt x="406138" y="231873"/>
                </a:lnTo>
                <a:lnTo>
                  <a:pt x="364094" y="244938"/>
                </a:lnTo>
                <a:lnTo>
                  <a:pt x="326048" y="265601"/>
                </a:lnTo>
                <a:lnTo>
                  <a:pt x="292902" y="292961"/>
                </a:lnTo>
                <a:lnTo>
                  <a:pt x="265554" y="326118"/>
                </a:lnTo>
                <a:lnTo>
                  <a:pt x="244906" y="364171"/>
                </a:lnTo>
                <a:lnTo>
                  <a:pt x="231856" y="406219"/>
                </a:lnTo>
                <a:lnTo>
                  <a:pt x="227307" y="451364"/>
                </a:lnTo>
                <a:lnTo>
                  <a:pt x="231853" y="496490"/>
                </a:lnTo>
                <a:lnTo>
                  <a:pt x="244892" y="538525"/>
                </a:lnTo>
                <a:lnTo>
                  <a:pt x="265526" y="576569"/>
                </a:lnTo>
                <a:lnTo>
                  <a:pt x="292856" y="609721"/>
                </a:lnTo>
                <a:lnTo>
                  <a:pt x="325982" y="637082"/>
                </a:lnTo>
                <a:lnTo>
                  <a:pt x="364006" y="657753"/>
                </a:lnTo>
                <a:lnTo>
                  <a:pt x="406029" y="670832"/>
                </a:lnTo>
                <a:lnTo>
                  <a:pt x="451151" y="675421"/>
                </a:lnTo>
                <a:lnTo>
                  <a:pt x="450934" y="902729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78751" y="2770461"/>
            <a:ext cx="450850" cy="902969"/>
          </a:xfrm>
          <a:custGeom>
            <a:avLst/>
            <a:gdLst/>
            <a:ahLst/>
            <a:cxnLst/>
            <a:rect l="l" t="t" r="r" b="b"/>
            <a:pathLst>
              <a:path w="450850" h="902970">
                <a:moveTo>
                  <a:pt x="546" y="0"/>
                </a:moveTo>
                <a:lnTo>
                  <a:pt x="0" y="228434"/>
                </a:lnTo>
                <a:lnTo>
                  <a:pt x="44845" y="233056"/>
                </a:lnTo>
                <a:lnTo>
                  <a:pt x="86603" y="246106"/>
                </a:lnTo>
                <a:lnTo>
                  <a:pt x="124383" y="266691"/>
                </a:lnTo>
                <a:lnTo>
                  <a:pt x="157292" y="293917"/>
                </a:lnTo>
                <a:lnTo>
                  <a:pt x="184439" y="326890"/>
                </a:lnTo>
                <a:lnTo>
                  <a:pt x="204934" y="364718"/>
                </a:lnTo>
                <a:lnTo>
                  <a:pt x="217884" y="406507"/>
                </a:lnTo>
                <a:lnTo>
                  <a:pt x="222399" y="451364"/>
                </a:lnTo>
                <a:lnTo>
                  <a:pt x="217891" y="496188"/>
                </a:lnTo>
                <a:lnTo>
                  <a:pt x="204958" y="537952"/>
                </a:lnTo>
                <a:lnTo>
                  <a:pt x="184490" y="575762"/>
                </a:lnTo>
                <a:lnTo>
                  <a:pt x="157375" y="608726"/>
                </a:lnTo>
                <a:lnTo>
                  <a:pt x="124504" y="635954"/>
                </a:lnTo>
                <a:lnTo>
                  <a:pt x="86764" y="656552"/>
                </a:lnTo>
                <a:lnTo>
                  <a:pt x="45046" y="669628"/>
                </a:lnTo>
                <a:lnTo>
                  <a:pt x="237" y="674291"/>
                </a:lnTo>
                <a:lnTo>
                  <a:pt x="1023" y="902726"/>
                </a:lnTo>
                <a:lnTo>
                  <a:pt x="50079" y="899920"/>
                </a:lnTo>
                <a:lnTo>
                  <a:pt x="97593" y="892030"/>
                </a:lnTo>
                <a:lnTo>
                  <a:pt x="143294" y="879328"/>
                </a:lnTo>
                <a:lnTo>
                  <a:pt x="186908" y="862089"/>
                </a:lnTo>
                <a:lnTo>
                  <a:pt x="228162" y="840587"/>
                </a:lnTo>
                <a:lnTo>
                  <a:pt x="266784" y="815095"/>
                </a:lnTo>
                <a:lnTo>
                  <a:pt x="302499" y="785888"/>
                </a:lnTo>
                <a:lnTo>
                  <a:pt x="335035" y="753240"/>
                </a:lnTo>
                <a:lnTo>
                  <a:pt x="364119" y="717424"/>
                </a:lnTo>
                <a:lnTo>
                  <a:pt x="389477" y="678715"/>
                </a:lnTo>
                <a:lnTo>
                  <a:pt x="410838" y="637388"/>
                </a:lnTo>
                <a:lnTo>
                  <a:pt x="427927" y="593714"/>
                </a:lnTo>
                <a:lnTo>
                  <a:pt x="440471" y="547970"/>
                </a:lnTo>
                <a:lnTo>
                  <a:pt x="448198" y="500429"/>
                </a:lnTo>
                <a:lnTo>
                  <a:pt x="450834" y="451364"/>
                </a:lnTo>
                <a:lnTo>
                  <a:pt x="448194" y="402263"/>
                </a:lnTo>
                <a:lnTo>
                  <a:pt x="440456" y="354689"/>
                </a:lnTo>
                <a:lnTo>
                  <a:pt x="427895" y="308915"/>
                </a:lnTo>
                <a:lnTo>
                  <a:pt x="410783" y="265218"/>
                </a:lnTo>
                <a:lnTo>
                  <a:pt x="389395" y="223869"/>
                </a:lnTo>
                <a:lnTo>
                  <a:pt x="364005" y="185146"/>
                </a:lnTo>
                <a:lnTo>
                  <a:pt x="334885" y="149320"/>
                </a:lnTo>
                <a:lnTo>
                  <a:pt x="302311" y="116668"/>
                </a:lnTo>
                <a:lnTo>
                  <a:pt x="266555" y="87463"/>
                </a:lnTo>
                <a:lnTo>
                  <a:pt x="227892" y="61981"/>
                </a:lnTo>
                <a:lnTo>
                  <a:pt x="186595" y="40494"/>
                </a:lnTo>
                <a:lnTo>
                  <a:pt x="142938" y="23278"/>
                </a:lnTo>
                <a:lnTo>
                  <a:pt x="97195" y="10608"/>
                </a:lnTo>
                <a:lnTo>
                  <a:pt x="49639" y="2757"/>
                </a:lnTo>
                <a:lnTo>
                  <a:pt x="546" y="0"/>
                </a:lnTo>
                <a:close/>
              </a:path>
            </a:pathLst>
          </a:custGeom>
          <a:solidFill>
            <a:srgbClr val="007E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78751" y="2770461"/>
            <a:ext cx="450850" cy="902969"/>
          </a:xfrm>
          <a:custGeom>
            <a:avLst/>
            <a:gdLst/>
            <a:ahLst/>
            <a:cxnLst/>
            <a:rect l="l" t="t" r="r" b="b"/>
            <a:pathLst>
              <a:path w="450850" h="902970">
                <a:moveTo>
                  <a:pt x="545" y="0"/>
                </a:moveTo>
                <a:lnTo>
                  <a:pt x="49639" y="2757"/>
                </a:lnTo>
                <a:lnTo>
                  <a:pt x="97194" y="10608"/>
                </a:lnTo>
                <a:lnTo>
                  <a:pt x="142938" y="23278"/>
                </a:lnTo>
                <a:lnTo>
                  <a:pt x="186595" y="40494"/>
                </a:lnTo>
                <a:lnTo>
                  <a:pt x="227892" y="61981"/>
                </a:lnTo>
                <a:lnTo>
                  <a:pt x="266555" y="87464"/>
                </a:lnTo>
                <a:lnTo>
                  <a:pt x="302311" y="116668"/>
                </a:lnTo>
                <a:lnTo>
                  <a:pt x="334885" y="149321"/>
                </a:lnTo>
                <a:lnTo>
                  <a:pt x="364004" y="185146"/>
                </a:lnTo>
                <a:lnTo>
                  <a:pt x="389395" y="223870"/>
                </a:lnTo>
                <a:lnTo>
                  <a:pt x="410783" y="265218"/>
                </a:lnTo>
                <a:lnTo>
                  <a:pt x="427895" y="308916"/>
                </a:lnTo>
                <a:lnTo>
                  <a:pt x="440456" y="354689"/>
                </a:lnTo>
                <a:lnTo>
                  <a:pt x="448194" y="402263"/>
                </a:lnTo>
                <a:lnTo>
                  <a:pt x="450834" y="451364"/>
                </a:lnTo>
                <a:lnTo>
                  <a:pt x="448198" y="500428"/>
                </a:lnTo>
                <a:lnTo>
                  <a:pt x="440471" y="547970"/>
                </a:lnTo>
                <a:lnTo>
                  <a:pt x="427926" y="593714"/>
                </a:lnTo>
                <a:lnTo>
                  <a:pt x="410838" y="637387"/>
                </a:lnTo>
                <a:lnTo>
                  <a:pt x="389477" y="678715"/>
                </a:lnTo>
                <a:lnTo>
                  <a:pt x="364119" y="717424"/>
                </a:lnTo>
                <a:lnTo>
                  <a:pt x="335035" y="753239"/>
                </a:lnTo>
                <a:lnTo>
                  <a:pt x="302499" y="785888"/>
                </a:lnTo>
                <a:lnTo>
                  <a:pt x="266784" y="815094"/>
                </a:lnTo>
                <a:lnTo>
                  <a:pt x="228162" y="840586"/>
                </a:lnTo>
                <a:lnTo>
                  <a:pt x="186908" y="862089"/>
                </a:lnTo>
                <a:lnTo>
                  <a:pt x="143294" y="879328"/>
                </a:lnTo>
                <a:lnTo>
                  <a:pt x="97593" y="892029"/>
                </a:lnTo>
                <a:lnTo>
                  <a:pt x="50079" y="899920"/>
                </a:lnTo>
                <a:lnTo>
                  <a:pt x="1023" y="902725"/>
                </a:lnTo>
                <a:lnTo>
                  <a:pt x="237" y="674291"/>
                </a:lnTo>
                <a:lnTo>
                  <a:pt x="45046" y="669628"/>
                </a:lnTo>
                <a:lnTo>
                  <a:pt x="86764" y="656552"/>
                </a:lnTo>
                <a:lnTo>
                  <a:pt x="124504" y="635954"/>
                </a:lnTo>
                <a:lnTo>
                  <a:pt x="157375" y="608726"/>
                </a:lnTo>
                <a:lnTo>
                  <a:pt x="184489" y="575761"/>
                </a:lnTo>
                <a:lnTo>
                  <a:pt x="204957" y="537951"/>
                </a:lnTo>
                <a:lnTo>
                  <a:pt x="217890" y="496188"/>
                </a:lnTo>
                <a:lnTo>
                  <a:pt x="222399" y="451364"/>
                </a:lnTo>
                <a:lnTo>
                  <a:pt x="217884" y="406507"/>
                </a:lnTo>
                <a:lnTo>
                  <a:pt x="204933" y="364718"/>
                </a:lnTo>
                <a:lnTo>
                  <a:pt x="184439" y="326890"/>
                </a:lnTo>
                <a:lnTo>
                  <a:pt x="157292" y="293916"/>
                </a:lnTo>
                <a:lnTo>
                  <a:pt x="124383" y="266691"/>
                </a:lnTo>
                <a:lnTo>
                  <a:pt x="86603" y="246106"/>
                </a:lnTo>
                <a:lnTo>
                  <a:pt x="44845" y="233056"/>
                </a:lnTo>
                <a:lnTo>
                  <a:pt x="0" y="228434"/>
                </a:lnTo>
                <a:lnTo>
                  <a:pt x="545" y="0"/>
                </a:lnTo>
                <a:close/>
              </a:path>
            </a:pathLst>
          </a:custGeom>
          <a:ln w="25399">
            <a:solidFill>
              <a:srgbClr val="3A7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397000" y="3035300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81767" y="2982433"/>
            <a:ext cx="168910" cy="452120"/>
          </a:xfrm>
          <a:custGeom>
            <a:avLst/>
            <a:gdLst/>
            <a:ahLst/>
            <a:cxnLst/>
            <a:rect l="l" t="t" r="r" b="b"/>
            <a:pathLst>
              <a:path w="168910" h="452120">
                <a:moveTo>
                  <a:pt x="0" y="0"/>
                </a:moveTo>
                <a:lnTo>
                  <a:pt x="62020" y="0"/>
                </a:lnTo>
                <a:lnTo>
                  <a:pt x="168656" y="226028"/>
                </a:lnTo>
                <a:lnTo>
                  <a:pt x="62020" y="452056"/>
                </a:lnTo>
                <a:lnTo>
                  <a:pt x="0" y="452056"/>
                </a:lnTo>
                <a:lnTo>
                  <a:pt x="106636" y="22602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14481" y="2982433"/>
            <a:ext cx="168910" cy="452120"/>
          </a:xfrm>
          <a:custGeom>
            <a:avLst/>
            <a:gdLst/>
            <a:ahLst/>
            <a:cxnLst/>
            <a:rect l="l" t="t" r="r" b="b"/>
            <a:pathLst>
              <a:path w="168910" h="452120">
                <a:moveTo>
                  <a:pt x="0" y="0"/>
                </a:moveTo>
                <a:lnTo>
                  <a:pt x="62020" y="0"/>
                </a:lnTo>
                <a:lnTo>
                  <a:pt x="168656" y="226028"/>
                </a:lnTo>
                <a:lnTo>
                  <a:pt x="62020" y="452056"/>
                </a:lnTo>
                <a:lnTo>
                  <a:pt x="0" y="452056"/>
                </a:lnTo>
                <a:lnTo>
                  <a:pt x="106636" y="22602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2717956" y="2834449"/>
          <a:ext cx="8571230" cy="7582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2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307">
                <a:tc>
                  <a:txBody>
                    <a:bodyPr/>
                    <a:lstStyle/>
                    <a:p>
                      <a:pPr marL="46990">
                        <a:lnSpc>
                          <a:spcPts val="2795"/>
                        </a:lnSpc>
                        <a:spcBef>
                          <a:spcPts val="254"/>
                        </a:spcBef>
                      </a:pPr>
                      <a:r>
                        <a:rPr sz="2400" b="1" spc="-5" dirty="0">
                          <a:latin typeface="Trebuchet MS"/>
                          <a:cs typeface="Trebuchet MS"/>
                        </a:rPr>
                        <a:t>Run </a:t>
                      </a:r>
                      <a:r>
                        <a:rPr sz="2400" b="1" dirty="0">
                          <a:latin typeface="Trebuchet MS"/>
                          <a:cs typeface="Trebuchet MS"/>
                        </a:rPr>
                        <a:t>in the</a:t>
                      </a:r>
                      <a:r>
                        <a:rPr sz="2400" b="1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5" dirty="0">
                          <a:latin typeface="Trebuchet MS"/>
                          <a:cs typeface="Trebuchet MS"/>
                        </a:rPr>
                        <a:t>emulator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6350">
                      <a:solidFill>
                        <a:srgbClr val="A5A5A5"/>
                      </a:solidFill>
                      <a:prstDash val="solid"/>
                    </a:lnL>
                    <a:lnT w="6350">
                      <a:solidFill>
                        <a:srgbClr val="A5A5A5"/>
                      </a:solidFill>
                      <a:prstDash val="solid"/>
                    </a:lnT>
                    <a:lnB w="19050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A5A5A5"/>
                      </a:solidFill>
                      <a:prstDash val="solid"/>
                    </a:lnR>
                    <a:lnT w="6350">
                      <a:solidFill>
                        <a:srgbClr val="A5A5A5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954">
                <a:tc gridSpan="2"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e.g., 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DroidScope, Copperdroid</a:t>
                      </a:r>
                      <a:r>
                        <a:rPr sz="1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(QEMU)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1435" marB="0">
                    <a:lnL w="6350">
                      <a:solidFill>
                        <a:srgbClr val="A5A5A5"/>
                      </a:solidFill>
                      <a:prstDash val="solid"/>
                    </a:lnL>
                    <a:lnR w="6350">
                      <a:solidFill>
                        <a:srgbClr val="A5A5A5"/>
                      </a:solidFill>
                      <a:prstDash val="soli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A5A5A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2721130" y="3948967"/>
            <a:ext cx="8571611" cy="7582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21131" y="3948967"/>
            <a:ext cx="8571865" cy="758825"/>
          </a:xfrm>
          <a:custGeom>
            <a:avLst/>
            <a:gdLst/>
            <a:ahLst/>
            <a:cxnLst/>
            <a:rect l="l" t="t" r="r" b="b"/>
            <a:pathLst>
              <a:path w="8571865" h="758825">
                <a:moveTo>
                  <a:pt x="0" y="0"/>
                </a:moveTo>
                <a:lnTo>
                  <a:pt x="8571612" y="0"/>
                </a:lnTo>
                <a:lnTo>
                  <a:pt x="8571612" y="758262"/>
                </a:lnTo>
                <a:lnTo>
                  <a:pt x="0" y="758262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724306" y="3962400"/>
            <a:ext cx="8565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rebuchet MS"/>
                <a:cs typeface="Trebuchet MS"/>
              </a:rPr>
              <a:t>Modify the DVM </a:t>
            </a:r>
            <a:r>
              <a:rPr sz="2400" b="1" dirty="0">
                <a:latin typeface="Trebuchet MS"/>
                <a:cs typeface="Trebuchet MS"/>
              </a:rPr>
              <a:t>or </a:t>
            </a:r>
            <a:r>
              <a:rPr sz="2400" b="1" spc="-5" dirty="0">
                <a:latin typeface="Trebuchet MS"/>
                <a:cs typeface="Trebuchet MS"/>
              </a:rPr>
              <a:t>the compiler </a:t>
            </a:r>
            <a:r>
              <a:rPr sz="2400" b="1" dirty="0">
                <a:latin typeface="Trebuchet MS"/>
                <a:cs typeface="Trebuchet MS"/>
              </a:rPr>
              <a:t>of</a:t>
            </a:r>
            <a:r>
              <a:rPr sz="2400" b="1" spc="-140" dirty="0">
                <a:latin typeface="Trebuchet MS"/>
                <a:cs typeface="Trebuchet MS"/>
              </a:rPr>
              <a:t> </a:t>
            </a:r>
            <a:r>
              <a:rPr sz="2400" b="1" spc="-35" dirty="0">
                <a:latin typeface="Trebuchet MS"/>
                <a:cs typeface="Trebuchet MS"/>
              </a:rPr>
              <a:t>ART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26853" y="3873737"/>
            <a:ext cx="451484" cy="452755"/>
          </a:xfrm>
          <a:custGeom>
            <a:avLst/>
            <a:gdLst/>
            <a:ahLst/>
            <a:cxnLst/>
            <a:rect l="l" t="t" r="r" b="b"/>
            <a:pathLst>
              <a:path w="451484" h="452754">
                <a:moveTo>
                  <a:pt x="451196" y="0"/>
                </a:moveTo>
                <a:lnTo>
                  <a:pt x="402028" y="2665"/>
                </a:lnTo>
                <a:lnTo>
                  <a:pt x="354395" y="10441"/>
                </a:lnTo>
                <a:lnTo>
                  <a:pt x="308572" y="23053"/>
                </a:lnTo>
                <a:lnTo>
                  <a:pt x="264834" y="40224"/>
                </a:lnTo>
                <a:lnTo>
                  <a:pt x="223456" y="61681"/>
                </a:lnTo>
                <a:lnTo>
                  <a:pt x="184713" y="87147"/>
                </a:lnTo>
                <a:lnTo>
                  <a:pt x="148880" y="116347"/>
                </a:lnTo>
                <a:lnTo>
                  <a:pt x="116233" y="149007"/>
                </a:lnTo>
                <a:lnTo>
                  <a:pt x="87046" y="184850"/>
                </a:lnTo>
                <a:lnTo>
                  <a:pt x="61594" y="223603"/>
                </a:lnTo>
                <a:lnTo>
                  <a:pt x="40154" y="264989"/>
                </a:lnTo>
                <a:lnTo>
                  <a:pt x="22999" y="308733"/>
                </a:lnTo>
                <a:lnTo>
                  <a:pt x="10405" y="354561"/>
                </a:lnTo>
                <a:lnTo>
                  <a:pt x="2647" y="402197"/>
                </a:lnTo>
                <a:lnTo>
                  <a:pt x="0" y="451364"/>
                </a:lnTo>
                <a:lnTo>
                  <a:pt x="0" y="452323"/>
                </a:lnTo>
                <a:lnTo>
                  <a:pt x="227307" y="451840"/>
                </a:lnTo>
                <a:lnTo>
                  <a:pt x="227307" y="451364"/>
                </a:lnTo>
                <a:lnTo>
                  <a:pt x="231857" y="406220"/>
                </a:lnTo>
                <a:lnTo>
                  <a:pt x="244906" y="364171"/>
                </a:lnTo>
                <a:lnTo>
                  <a:pt x="265554" y="326118"/>
                </a:lnTo>
                <a:lnTo>
                  <a:pt x="292902" y="292961"/>
                </a:lnTo>
                <a:lnTo>
                  <a:pt x="326048" y="265601"/>
                </a:lnTo>
                <a:lnTo>
                  <a:pt x="364094" y="244939"/>
                </a:lnTo>
                <a:lnTo>
                  <a:pt x="406138" y="231874"/>
                </a:lnTo>
                <a:lnTo>
                  <a:pt x="451281" y="227307"/>
                </a:lnTo>
                <a:lnTo>
                  <a:pt x="451196" y="0"/>
                </a:lnTo>
                <a:close/>
              </a:path>
            </a:pathLst>
          </a:custGeom>
          <a:solidFill>
            <a:srgbClr val="7F7F7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26853" y="3873737"/>
            <a:ext cx="451484" cy="452755"/>
          </a:xfrm>
          <a:custGeom>
            <a:avLst/>
            <a:gdLst/>
            <a:ahLst/>
            <a:cxnLst/>
            <a:rect l="l" t="t" r="r" b="b"/>
            <a:pathLst>
              <a:path w="451484" h="452754">
                <a:moveTo>
                  <a:pt x="0" y="452322"/>
                </a:moveTo>
                <a:lnTo>
                  <a:pt x="0" y="452003"/>
                </a:lnTo>
                <a:lnTo>
                  <a:pt x="0" y="451683"/>
                </a:lnTo>
                <a:lnTo>
                  <a:pt x="0" y="451364"/>
                </a:lnTo>
                <a:lnTo>
                  <a:pt x="2647" y="402196"/>
                </a:lnTo>
                <a:lnTo>
                  <a:pt x="10405" y="354560"/>
                </a:lnTo>
                <a:lnTo>
                  <a:pt x="22999" y="308732"/>
                </a:lnTo>
                <a:lnTo>
                  <a:pt x="40154" y="264988"/>
                </a:lnTo>
                <a:lnTo>
                  <a:pt x="61595" y="223602"/>
                </a:lnTo>
                <a:lnTo>
                  <a:pt x="87046" y="184849"/>
                </a:lnTo>
                <a:lnTo>
                  <a:pt x="116233" y="149006"/>
                </a:lnTo>
                <a:lnTo>
                  <a:pt x="148880" y="116346"/>
                </a:lnTo>
                <a:lnTo>
                  <a:pt x="184713" y="87146"/>
                </a:lnTo>
                <a:lnTo>
                  <a:pt x="223456" y="61680"/>
                </a:lnTo>
                <a:lnTo>
                  <a:pt x="264834" y="40224"/>
                </a:lnTo>
                <a:lnTo>
                  <a:pt x="308572" y="23052"/>
                </a:lnTo>
                <a:lnTo>
                  <a:pt x="354395" y="10441"/>
                </a:lnTo>
                <a:lnTo>
                  <a:pt x="402028" y="2665"/>
                </a:lnTo>
                <a:lnTo>
                  <a:pt x="451196" y="0"/>
                </a:lnTo>
                <a:lnTo>
                  <a:pt x="451281" y="227307"/>
                </a:lnTo>
                <a:lnTo>
                  <a:pt x="406139" y="231873"/>
                </a:lnTo>
                <a:lnTo>
                  <a:pt x="364094" y="244938"/>
                </a:lnTo>
                <a:lnTo>
                  <a:pt x="326049" y="265601"/>
                </a:lnTo>
                <a:lnTo>
                  <a:pt x="292902" y="292961"/>
                </a:lnTo>
                <a:lnTo>
                  <a:pt x="265554" y="326118"/>
                </a:lnTo>
                <a:lnTo>
                  <a:pt x="244906" y="364171"/>
                </a:lnTo>
                <a:lnTo>
                  <a:pt x="231857" y="406220"/>
                </a:lnTo>
                <a:lnTo>
                  <a:pt x="227307" y="451364"/>
                </a:lnTo>
                <a:lnTo>
                  <a:pt x="227306" y="451523"/>
                </a:lnTo>
                <a:lnTo>
                  <a:pt x="227307" y="451681"/>
                </a:lnTo>
                <a:lnTo>
                  <a:pt x="227307" y="451840"/>
                </a:lnTo>
                <a:lnTo>
                  <a:pt x="0" y="452322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26853" y="3873738"/>
            <a:ext cx="902969" cy="902969"/>
          </a:xfrm>
          <a:custGeom>
            <a:avLst/>
            <a:gdLst/>
            <a:ahLst/>
            <a:cxnLst/>
            <a:rect l="l" t="t" r="r" b="b"/>
            <a:pathLst>
              <a:path w="902969" h="902970">
                <a:moveTo>
                  <a:pt x="0" y="451361"/>
                </a:moveTo>
                <a:lnTo>
                  <a:pt x="2648" y="500545"/>
                </a:lnTo>
                <a:lnTo>
                  <a:pt x="10410" y="548192"/>
                </a:lnTo>
                <a:lnTo>
                  <a:pt x="23010" y="594030"/>
                </a:lnTo>
                <a:lnTo>
                  <a:pt x="40173" y="637783"/>
                </a:lnTo>
                <a:lnTo>
                  <a:pt x="61624" y="679176"/>
                </a:lnTo>
                <a:lnTo>
                  <a:pt x="87087" y="717934"/>
                </a:lnTo>
                <a:lnTo>
                  <a:pt x="116286" y="753781"/>
                </a:lnTo>
                <a:lnTo>
                  <a:pt x="148947" y="786442"/>
                </a:lnTo>
                <a:lnTo>
                  <a:pt x="184794" y="815641"/>
                </a:lnTo>
                <a:lnTo>
                  <a:pt x="223552" y="841104"/>
                </a:lnTo>
                <a:lnTo>
                  <a:pt x="264945" y="862554"/>
                </a:lnTo>
                <a:lnTo>
                  <a:pt x="308698" y="879717"/>
                </a:lnTo>
                <a:lnTo>
                  <a:pt x="354536" y="892318"/>
                </a:lnTo>
                <a:lnTo>
                  <a:pt x="402183" y="900080"/>
                </a:lnTo>
                <a:lnTo>
                  <a:pt x="451365" y="902728"/>
                </a:lnTo>
                <a:lnTo>
                  <a:pt x="500546" y="900080"/>
                </a:lnTo>
                <a:lnTo>
                  <a:pt x="548193" y="892318"/>
                </a:lnTo>
                <a:lnTo>
                  <a:pt x="594031" y="879717"/>
                </a:lnTo>
                <a:lnTo>
                  <a:pt x="637784" y="862554"/>
                </a:lnTo>
                <a:lnTo>
                  <a:pt x="679177" y="841104"/>
                </a:lnTo>
                <a:lnTo>
                  <a:pt x="717935" y="815641"/>
                </a:lnTo>
                <a:lnTo>
                  <a:pt x="753782" y="786442"/>
                </a:lnTo>
                <a:lnTo>
                  <a:pt x="786443" y="753781"/>
                </a:lnTo>
                <a:lnTo>
                  <a:pt x="815643" y="717934"/>
                </a:lnTo>
                <a:lnTo>
                  <a:pt x="841106" y="679176"/>
                </a:lnTo>
                <a:lnTo>
                  <a:pt x="843005" y="675511"/>
                </a:lnTo>
                <a:lnTo>
                  <a:pt x="451365" y="675511"/>
                </a:lnTo>
                <a:lnTo>
                  <a:pt x="406191" y="670957"/>
                </a:lnTo>
                <a:lnTo>
                  <a:pt x="364116" y="657897"/>
                </a:lnTo>
                <a:lnTo>
                  <a:pt x="326042" y="637230"/>
                </a:lnTo>
                <a:lnTo>
                  <a:pt x="292868" y="609860"/>
                </a:lnTo>
                <a:lnTo>
                  <a:pt x="265498" y="576686"/>
                </a:lnTo>
                <a:lnTo>
                  <a:pt x="244832" y="538612"/>
                </a:lnTo>
                <a:lnTo>
                  <a:pt x="231771" y="496536"/>
                </a:lnTo>
                <a:lnTo>
                  <a:pt x="227217" y="451364"/>
                </a:lnTo>
                <a:lnTo>
                  <a:pt x="0" y="451361"/>
                </a:lnTo>
                <a:close/>
              </a:path>
              <a:path w="902969" h="902970">
                <a:moveTo>
                  <a:pt x="452442" y="0"/>
                </a:moveTo>
                <a:lnTo>
                  <a:pt x="451898" y="227216"/>
                </a:lnTo>
                <a:lnTo>
                  <a:pt x="496989" y="231863"/>
                </a:lnTo>
                <a:lnTo>
                  <a:pt x="538975" y="244984"/>
                </a:lnTo>
                <a:lnTo>
                  <a:pt x="576961" y="265681"/>
                </a:lnTo>
                <a:lnTo>
                  <a:pt x="610049" y="293056"/>
                </a:lnTo>
                <a:lnTo>
                  <a:pt x="637345" y="326209"/>
                </a:lnTo>
                <a:lnTo>
                  <a:pt x="657951" y="364244"/>
                </a:lnTo>
                <a:lnTo>
                  <a:pt x="670972" y="406262"/>
                </a:lnTo>
                <a:lnTo>
                  <a:pt x="675512" y="451364"/>
                </a:lnTo>
                <a:lnTo>
                  <a:pt x="670958" y="496537"/>
                </a:lnTo>
                <a:lnTo>
                  <a:pt x="657897" y="538612"/>
                </a:lnTo>
                <a:lnTo>
                  <a:pt x="637231" y="576687"/>
                </a:lnTo>
                <a:lnTo>
                  <a:pt x="609861" y="609860"/>
                </a:lnTo>
                <a:lnTo>
                  <a:pt x="576688" y="637230"/>
                </a:lnTo>
                <a:lnTo>
                  <a:pt x="538613" y="657897"/>
                </a:lnTo>
                <a:lnTo>
                  <a:pt x="496538" y="670957"/>
                </a:lnTo>
                <a:lnTo>
                  <a:pt x="451365" y="675511"/>
                </a:lnTo>
                <a:lnTo>
                  <a:pt x="843005" y="675511"/>
                </a:lnTo>
                <a:lnTo>
                  <a:pt x="862556" y="637783"/>
                </a:lnTo>
                <a:lnTo>
                  <a:pt x="879719" y="594030"/>
                </a:lnTo>
                <a:lnTo>
                  <a:pt x="892320" y="548192"/>
                </a:lnTo>
                <a:lnTo>
                  <a:pt x="900082" y="500545"/>
                </a:lnTo>
                <a:lnTo>
                  <a:pt x="902730" y="451361"/>
                </a:lnTo>
                <a:lnTo>
                  <a:pt x="900090" y="402263"/>
                </a:lnTo>
                <a:lnTo>
                  <a:pt x="892352" y="354689"/>
                </a:lnTo>
                <a:lnTo>
                  <a:pt x="879791" y="308916"/>
                </a:lnTo>
                <a:lnTo>
                  <a:pt x="862679" y="265218"/>
                </a:lnTo>
                <a:lnTo>
                  <a:pt x="841291" y="223870"/>
                </a:lnTo>
                <a:lnTo>
                  <a:pt x="815900" y="185146"/>
                </a:lnTo>
                <a:lnTo>
                  <a:pt x="786781" y="149321"/>
                </a:lnTo>
                <a:lnTo>
                  <a:pt x="754206" y="116669"/>
                </a:lnTo>
                <a:lnTo>
                  <a:pt x="718451" y="87464"/>
                </a:lnTo>
                <a:lnTo>
                  <a:pt x="679787" y="61981"/>
                </a:lnTo>
                <a:lnTo>
                  <a:pt x="638490" y="40494"/>
                </a:lnTo>
                <a:lnTo>
                  <a:pt x="594833" y="23278"/>
                </a:lnTo>
                <a:lnTo>
                  <a:pt x="549090" y="10608"/>
                </a:lnTo>
                <a:lnTo>
                  <a:pt x="501535" y="2757"/>
                </a:lnTo>
                <a:lnTo>
                  <a:pt x="452442" y="0"/>
                </a:lnTo>
                <a:close/>
              </a:path>
            </a:pathLst>
          </a:custGeom>
          <a:solidFill>
            <a:srgbClr val="007E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26853" y="3873738"/>
            <a:ext cx="902969" cy="902969"/>
          </a:xfrm>
          <a:custGeom>
            <a:avLst/>
            <a:gdLst/>
            <a:ahLst/>
            <a:cxnLst/>
            <a:rect l="l" t="t" r="r" b="b"/>
            <a:pathLst>
              <a:path w="902969" h="902970">
                <a:moveTo>
                  <a:pt x="452441" y="0"/>
                </a:moveTo>
                <a:lnTo>
                  <a:pt x="501535" y="2757"/>
                </a:lnTo>
                <a:lnTo>
                  <a:pt x="549091" y="10608"/>
                </a:lnTo>
                <a:lnTo>
                  <a:pt x="594834" y="23278"/>
                </a:lnTo>
                <a:lnTo>
                  <a:pt x="638491" y="40494"/>
                </a:lnTo>
                <a:lnTo>
                  <a:pt x="679788" y="61981"/>
                </a:lnTo>
                <a:lnTo>
                  <a:pt x="718451" y="87464"/>
                </a:lnTo>
                <a:lnTo>
                  <a:pt x="754207" y="116668"/>
                </a:lnTo>
                <a:lnTo>
                  <a:pt x="786781" y="149321"/>
                </a:lnTo>
                <a:lnTo>
                  <a:pt x="815901" y="185146"/>
                </a:lnTo>
                <a:lnTo>
                  <a:pt x="841291" y="223870"/>
                </a:lnTo>
                <a:lnTo>
                  <a:pt x="862679" y="265218"/>
                </a:lnTo>
                <a:lnTo>
                  <a:pt x="879791" y="308916"/>
                </a:lnTo>
                <a:lnTo>
                  <a:pt x="892353" y="354689"/>
                </a:lnTo>
                <a:lnTo>
                  <a:pt x="900090" y="402263"/>
                </a:lnTo>
                <a:lnTo>
                  <a:pt x="902730" y="451364"/>
                </a:lnTo>
                <a:lnTo>
                  <a:pt x="900082" y="500545"/>
                </a:lnTo>
                <a:lnTo>
                  <a:pt x="892320" y="548192"/>
                </a:lnTo>
                <a:lnTo>
                  <a:pt x="879720" y="594030"/>
                </a:lnTo>
                <a:lnTo>
                  <a:pt x="862556" y="637783"/>
                </a:lnTo>
                <a:lnTo>
                  <a:pt x="841106" y="679176"/>
                </a:lnTo>
                <a:lnTo>
                  <a:pt x="815643" y="717934"/>
                </a:lnTo>
                <a:lnTo>
                  <a:pt x="786444" y="753781"/>
                </a:lnTo>
                <a:lnTo>
                  <a:pt x="753783" y="786442"/>
                </a:lnTo>
                <a:lnTo>
                  <a:pt x="717936" y="815641"/>
                </a:lnTo>
                <a:lnTo>
                  <a:pt x="679178" y="841104"/>
                </a:lnTo>
                <a:lnTo>
                  <a:pt x="637785" y="862555"/>
                </a:lnTo>
                <a:lnTo>
                  <a:pt x="594031" y="879718"/>
                </a:lnTo>
                <a:lnTo>
                  <a:pt x="548194" y="892318"/>
                </a:lnTo>
                <a:lnTo>
                  <a:pt x="500546" y="900080"/>
                </a:lnTo>
                <a:lnTo>
                  <a:pt x="451365" y="902729"/>
                </a:lnTo>
                <a:lnTo>
                  <a:pt x="402184" y="900080"/>
                </a:lnTo>
                <a:lnTo>
                  <a:pt x="354537" y="892318"/>
                </a:lnTo>
                <a:lnTo>
                  <a:pt x="308699" y="879718"/>
                </a:lnTo>
                <a:lnTo>
                  <a:pt x="264945" y="862555"/>
                </a:lnTo>
                <a:lnTo>
                  <a:pt x="223552" y="841104"/>
                </a:lnTo>
                <a:lnTo>
                  <a:pt x="184795" y="815641"/>
                </a:lnTo>
                <a:lnTo>
                  <a:pt x="148947" y="786442"/>
                </a:lnTo>
                <a:lnTo>
                  <a:pt x="116287" y="753781"/>
                </a:lnTo>
                <a:lnTo>
                  <a:pt x="87087" y="717934"/>
                </a:lnTo>
                <a:lnTo>
                  <a:pt x="61624" y="679176"/>
                </a:lnTo>
                <a:lnTo>
                  <a:pt x="40174" y="637783"/>
                </a:lnTo>
                <a:lnTo>
                  <a:pt x="23011" y="594030"/>
                </a:lnTo>
                <a:lnTo>
                  <a:pt x="10410" y="548192"/>
                </a:lnTo>
                <a:lnTo>
                  <a:pt x="2648" y="500545"/>
                </a:lnTo>
                <a:lnTo>
                  <a:pt x="0" y="451364"/>
                </a:lnTo>
                <a:lnTo>
                  <a:pt x="227218" y="451364"/>
                </a:lnTo>
                <a:lnTo>
                  <a:pt x="231771" y="496536"/>
                </a:lnTo>
                <a:lnTo>
                  <a:pt x="244832" y="538611"/>
                </a:lnTo>
                <a:lnTo>
                  <a:pt x="265498" y="576686"/>
                </a:lnTo>
                <a:lnTo>
                  <a:pt x="292869" y="609860"/>
                </a:lnTo>
                <a:lnTo>
                  <a:pt x="326042" y="637230"/>
                </a:lnTo>
                <a:lnTo>
                  <a:pt x="364117" y="657896"/>
                </a:lnTo>
                <a:lnTo>
                  <a:pt x="406192" y="670957"/>
                </a:lnTo>
                <a:lnTo>
                  <a:pt x="451365" y="675511"/>
                </a:lnTo>
                <a:lnTo>
                  <a:pt x="496539" y="670957"/>
                </a:lnTo>
                <a:lnTo>
                  <a:pt x="538613" y="657896"/>
                </a:lnTo>
                <a:lnTo>
                  <a:pt x="576688" y="637230"/>
                </a:lnTo>
                <a:lnTo>
                  <a:pt x="609861" y="609860"/>
                </a:lnTo>
                <a:lnTo>
                  <a:pt x="637232" y="576686"/>
                </a:lnTo>
                <a:lnTo>
                  <a:pt x="657898" y="538612"/>
                </a:lnTo>
                <a:lnTo>
                  <a:pt x="670959" y="496537"/>
                </a:lnTo>
                <a:lnTo>
                  <a:pt x="675513" y="451364"/>
                </a:lnTo>
                <a:lnTo>
                  <a:pt x="670973" y="406262"/>
                </a:lnTo>
                <a:lnTo>
                  <a:pt x="657952" y="364244"/>
                </a:lnTo>
                <a:lnTo>
                  <a:pt x="637346" y="326210"/>
                </a:lnTo>
                <a:lnTo>
                  <a:pt x="610050" y="293056"/>
                </a:lnTo>
                <a:lnTo>
                  <a:pt x="576961" y="265681"/>
                </a:lnTo>
                <a:lnTo>
                  <a:pt x="538976" y="244984"/>
                </a:lnTo>
                <a:lnTo>
                  <a:pt x="496989" y="231863"/>
                </a:lnTo>
                <a:lnTo>
                  <a:pt x="451899" y="227216"/>
                </a:lnTo>
                <a:lnTo>
                  <a:pt x="452441" y="0"/>
                </a:lnTo>
                <a:close/>
              </a:path>
            </a:pathLst>
          </a:custGeom>
          <a:ln w="25400">
            <a:solidFill>
              <a:srgbClr val="3A7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409700" y="4152900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81766" y="4134916"/>
            <a:ext cx="168910" cy="452120"/>
          </a:xfrm>
          <a:custGeom>
            <a:avLst/>
            <a:gdLst/>
            <a:ahLst/>
            <a:cxnLst/>
            <a:rect l="l" t="t" r="r" b="b"/>
            <a:pathLst>
              <a:path w="168910" h="452120">
                <a:moveTo>
                  <a:pt x="0" y="0"/>
                </a:moveTo>
                <a:lnTo>
                  <a:pt x="62020" y="0"/>
                </a:lnTo>
                <a:lnTo>
                  <a:pt x="168656" y="226028"/>
                </a:lnTo>
                <a:lnTo>
                  <a:pt x="62020" y="452056"/>
                </a:lnTo>
                <a:lnTo>
                  <a:pt x="0" y="452056"/>
                </a:lnTo>
                <a:lnTo>
                  <a:pt x="106636" y="22602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14479" y="4134916"/>
            <a:ext cx="168910" cy="452120"/>
          </a:xfrm>
          <a:custGeom>
            <a:avLst/>
            <a:gdLst/>
            <a:ahLst/>
            <a:cxnLst/>
            <a:rect l="l" t="t" r="r" b="b"/>
            <a:pathLst>
              <a:path w="168910" h="452120">
                <a:moveTo>
                  <a:pt x="0" y="0"/>
                </a:moveTo>
                <a:lnTo>
                  <a:pt x="62020" y="0"/>
                </a:lnTo>
                <a:lnTo>
                  <a:pt x="168656" y="226028"/>
                </a:lnTo>
                <a:lnTo>
                  <a:pt x="62020" y="452056"/>
                </a:lnTo>
                <a:lnTo>
                  <a:pt x="0" y="452056"/>
                </a:lnTo>
                <a:lnTo>
                  <a:pt x="106636" y="22602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721128" y="4354861"/>
            <a:ext cx="5217160" cy="0"/>
          </a:xfrm>
          <a:custGeom>
            <a:avLst/>
            <a:gdLst/>
            <a:ahLst/>
            <a:cxnLst/>
            <a:rect l="l" t="t" r="r" b="b"/>
            <a:pathLst>
              <a:path w="5217159">
                <a:moveTo>
                  <a:pt x="0" y="0"/>
                </a:moveTo>
                <a:lnTo>
                  <a:pt x="5216921" y="0"/>
                </a:lnTo>
              </a:path>
            </a:pathLst>
          </a:custGeom>
          <a:ln w="19050">
            <a:solidFill>
              <a:srgbClr val="7F7F7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26854" y="4977017"/>
            <a:ext cx="902969" cy="902969"/>
          </a:xfrm>
          <a:custGeom>
            <a:avLst/>
            <a:gdLst/>
            <a:ahLst/>
            <a:cxnLst/>
            <a:rect l="l" t="t" r="r" b="b"/>
            <a:pathLst>
              <a:path w="902969" h="902970">
                <a:moveTo>
                  <a:pt x="225683" y="451364"/>
                </a:moveTo>
                <a:lnTo>
                  <a:pt x="0" y="451364"/>
                </a:lnTo>
                <a:lnTo>
                  <a:pt x="2649" y="500546"/>
                </a:lnTo>
                <a:lnTo>
                  <a:pt x="10411" y="548193"/>
                </a:lnTo>
                <a:lnTo>
                  <a:pt x="23011" y="594031"/>
                </a:lnTo>
                <a:lnTo>
                  <a:pt x="40174" y="637784"/>
                </a:lnTo>
                <a:lnTo>
                  <a:pt x="61625" y="679178"/>
                </a:lnTo>
                <a:lnTo>
                  <a:pt x="87088" y="717935"/>
                </a:lnTo>
                <a:lnTo>
                  <a:pt x="116287" y="753782"/>
                </a:lnTo>
                <a:lnTo>
                  <a:pt x="148948" y="786443"/>
                </a:lnTo>
                <a:lnTo>
                  <a:pt x="184795" y="815643"/>
                </a:lnTo>
                <a:lnTo>
                  <a:pt x="223553" y="841106"/>
                </a:lnTo>
                <a:lnTo>
                  <a:pt x="264946" y="862556"/>
                </a:lnTo>
                <a:lnTo>
                  <a:pt x="308699" y="879719"/>
                </a:lnTo>
                <a:lnTo>
                  <a:pt x="354537" y="892320"/>
                </a:lnTo>
                <a:lnTo>
                  <a:pt x="402184" y="900082"/>
                </a:lnTo>
                <a:lnTo>
                  <a:pt x="451366" y="902730"/>
                </a:lnTo>
                <a:lnTo>
                  <a:pt x="500547" y="900082"/>
                </a:lnTo>
                <a:lnTo>
                  <a:pt x="548194" y="892319"/>
                </a:lnTo>
                <a:lnTo>
                  <a:pt x="594032" y="879719"/>
                </a:lnTo>
                <a:lnTo>
                  <a:pt x="637785" y="862556"/>
                </a:lnTo>
                <a:lnTo>
                  <a:pt x="679178" y="841105"/>
                </a:lnTo>
                <a:lnTo>
                  <a:pt x="717936" y="815642"/>
                </a:lnTo>
                <a:lnTo>
                  <a:pt x="753783" y="786443"/>
                </a:lnTo>
                <a:lnTo>
                  <a:pt x="786444" y="753782"/>
                </a:lnTo>
                <a:lnTo>
                  <a:pt x="815644" y="717935"/>
                </a:lnTo>
                <a:lnTo>
                  <a:pt x="841107" y="679177"/>
                </a:lnTo>
                <a:lnTo>
                  <a:pt x="842211" y="677046"/>
                </a:lnTo>
                <a:lnTo>
                  <a:pt x="451364" y="677046"/>
                </a:lnTo>
                <a:lnTo>
                  <a:pt x="405882" y="672461"/>
                </a:lnTo>
                <a:lnTo>
                  <a:pt x="363519" y="659310"/>
                </a:lnTo>
                <a:lnTo>
                  <a:pt x="325184" y="638502"/>
                </a:lnTo>
                <a:lnTo>
                  <a:pt x="291783" y="610945"/>
                </a:lnTo>
                <a:lnTo>
                  <a:pt x="264226" y="577544"/>
                </a:lnTo>
                <a:lnTo>
                  <a:pt x="243418" y="539209"/>
                </a:lnTo>
                <a:lnTo>
                  <a:pt x="230268" y="496846"/>
                </a:lnTo>
                <a:lnTo>
                  <a:pt x="225683" y="451364"/>
                </a:lnTo>
                <a:close/>
              </a:path>
              <a:path w="902969" h="902970">
                <a:moveTo>
                  <a:pt x="842211" y="225681"/>
                </a:moveTo>
                <a:lnTo>
                  <a:pt x="451366" y="225681"/>
                </a:lnTo>
                <a:lnTo>
                  <a:pt x="496848" y="230266"/>
                </a:lnTo>
                <a:lnTo>
                  <a:pt x="539211" y="243416"/>
                </a:lnTo>
                <a:lnTo>
                  <a:pt x="577547" y="264224"/>
                </a:lnTo>
                <a:lnTo>
                  <a:pt x="610947" y="291782"/>
                </a:lnTo>
                <a:lnTo>
                  <a:pt x="638505" y="325182"/>
                </a:lnTo>
                <a:lnTo>
                  <a:pt x="659313" y="363518"/>
                </a:lnTo>
                <a:lnTo>
                  <a:pt x="672463" y="405881"/>
                </a:lnTo>
                <a:lnTo>
                  <a:pt x="677049" y="451364"/>
                </a:lnTo>
                <a:lnTo>
                  <a:pt x="672463" y="496847"/>
                </a:lnTo>
                <a:lnTo>
                  <a:pt x="659313" y="539209"/>
                </a:lnTo>
                <a:lnTo>
                  <a:pt x="638505" y="577544"/>
                </a:lnTo>
                <a:lnTo>
                  <a:pt x="610947" y="610945"/>
                </a:lnTo>
                <a:lnTo>
                  <a:pt x="577547" y="638503"/>
                </a:lnTo>
                <a:lnTo>
                  <a:pt x="539211" y="659310"/>
                </a:lnTo>
                <a:lnTo>
                  <a:pt x="496848" y="672461"/>
                </a:lnTo>
                <a:lnTo>
                  <a:pt x="451364" y="677046"/>
                </a:lnTo>
                <a:lnTo>
                  <a:pt x="842211" y="677046"/>
                </a:lnTo>
                <a:lnTo>
                  <a:pt x="862557" y="637784"/>
                </a:lnTo>
                <a:lnTo>
                  <a:pt x="879720" y="594031"/>
                </a:lnTo>
                <a:lnTo>
                  <a:pt x="892321" y="548193"/>
                </a:lnTo>
                <a:lnTo>
                  <a:pt x="900083" y="500546"/>
                </a:lnTo>
                <a:lnTo>
                  <a:pt x="902731" y="451363"/>
                </a:lnTo>
                <a:lnTo>
                  <a:pt x="900083" y="402181"/>
                </a:lnTo>
                <a:lnTo>
                  <a:pt x="892320" y="354534"/>
                </a:lnTo>
                <a:lnTo>
                  <a:pt x="879720" y="308696"/>
                </a:lnTo>
                <a:lnTo>
                  <a:pt x="862557" y="264943"/>
                </a:lnTo>
                <a:lnTo>
                  <a:pt x="842211" y="225681"/>
                </a:lnTo>
                <a:close/>
              </a:path>
              <a:path w="902969" h="902970">
                <a:moveTo>
                  <a:pt x="451366" y="0"/>
                </a:moveTo>
                <a:lnTo>
                  <a:pt x="402183" y="2648"/>
                </a:lnTo>
                <a:lnTo>
                  <a:pt x="354536" y="10410"/>
                </a:lnTo>
                <a:lnTo>
                  <a:pt x="308698" y="23010"/>
                </a:lnTo>
                <a:lnTo>
                  <a:pt x="264944" y="40173"/>
                </a:lnTo>
                <a:lnTo>
                  <a:pt x="223551" y="61624"/>
                </a:lnTo>
                <a:lnTo>
                  <a:pt x="184794" y="87087"/>
                </a:lnTo>
                <a:lnTo>
                  <a:pt x="148947" y="116286"/>
                </a:lnTo>
                <a:lnTo>
                  <a:pt x="116286" y="148947"/>
                </a:lnTo>
                <a:lnTo>
                  <a:pt x="87087" y="184794"/>
                </a:lnTo>
                <a:lnTo>
                  <a:pt x="61624" y="223551"/>
                </a:lnTo>
                <a:lnTo>
                  <a:pt x="40174" y="264945"/>
                </a:lnTo>
                <a:lnTo>
                  <a:pt x="23011" y="308698"/>
                </a:lnTo>
                <a:lnTo>
                  <a:pt x="10411" y="354536"/>
                </a:lnTo>
                <a:lnTo>
                  <a:pt x="2649" y="402183"/>
                </a:lnTo>
                <a:lnTo>
                  <a:pt x="0" y="451364"/>
                </a:lnTo>
                <a:lnTo>
                  <a:pt x="225683" y="451364"/>
                </a:lnTo>
                <a:lnTo>
                  <a:pt x="230268" y="405880"/>
                </a:lnTo>
                <a:lnTo>
                  <a:pt x="243418" y="363517"/>
                </a:lnTo>
                <a:lnTo>
                  <a:pt x="264226" y="325182"/>
                </a:lnTo>
                <a:lnTo>
                  <a:pt x="291784" y="291781"/>
                </a:lnTo>
                <a:lnTo>
                  <a:pt x="325184" y="264223"/>
                </a:lnTo>
                <a:lnTo>
                  <a:pt x="363520" y="243416"/>
                </a:lnTo>
                <a:lnTo>
                  <a:pt x="405883" y="230266"/>
                </a:lnTo>
                <a:lnTo>
                  <a:pt x="451366" y="225681"/>
                </a:lnTo>
                <a:lnTo>
                  <a:pt x="842211" y="225681"/>
                </a:lnTo>
                <a:lnTo>
                  <a:pt x="841106" y="223550"/>
                </a:lnTo>
                <a:lnTo>
                  <a:pt x="815643" y="184793"/>
                </a:lnTo>
                <a:lnTo>
                  <a:pt x="786444" y="148946"/>
                </a:lnTo>
                <a:lnTo>
                  <a:pt x="753783" y="116285"/>
                </a:lnTo>
                <a:lnTo>
                  <a:pt x="717936" y="87086"/>
                </a:lnTo>
                <a:lnTo>
                  <a:pt x="679178" y="61623"/>
                </a:lnTo>
                <a:lnTo>
                  <a:pt x="637784" y="40173"/>
                </a:lnTo>
                <a:lnTo>
                  <a:pt x="594031" y="23010"/>
                </a:lnTo>
                <a:lnTo>
                  <a:pt x="548193" y="10410"/>
                </a:lnTo>
                <a:lnTo>
                  <a:pt x="500544" y="2648"/>
                </a:lnTo>
                <a:lnTo>
                  <a:pt x="451366" y="0"/>
                </a:lnTo>
                <a:close/>
              </a:path>
            </a:pathLst>
          </a:custGeom>
          <a:solidFill>
            <a:srgbClr val="007E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26854" y="4977017"/>
            <a:ext cx="902969" cy="902969"/>
          </a:xfrm>
          <a:custGeom>
            <a:avLst/>
            <a:gdLst/>
            <a:ahLst/>
            <a:cxnLst/>
            <a:rect l="l" t="t" r="r" b="b"/>
            <a:pathLst>
              <a:path w="902969" h="902970">
                <a:moveTo>
                  <a:pt x="0" y="451364"/>
                </a:moveTo>
                <a:lnTo>
                  <a:pt x="2648" y="402182"/>
                </a:lnTo>
                <a:lnTo>
                  <a:pt x="10410" y="354534"/>
                </a:lnTo>
                <a:lnTo>
                  <a:pt x="23011" y="308697"/>
                </a:lnTo>
                <a:lnTo>
                  <a:pt x="40174" y="264944"/>
                </a:lnTo>
                <a:lnTo>
                  <a:pt x="61624" y="223551"/>
                </a:lnTo>
                <a:lnTo>
                  <a:pt x="87087" y="184793"/>
                </a:lnTo>
                <a:lnTo>
                  <a:pt x="116287" y="148946"/>
                </a:lnTo>
                <a:lnTo>
                  <a:pt x="148947" y="116285"/>
                </a:lnTo>
                <a:lnTo>
                  <a:pt x="184795" y="87086"/>
                </a:lnTo>
                <a:lnTo>
                  <a:pt x="223552" y="61623"/>
                </a:lnTo>
                <a:lnTo>
                  <a:pt x="264945" y="40173"/>
                </a:lnTo>
                <a:lnTo>
                  <a:pt x="308699" y="23010"/>
                </a:lnTo>
                <a:lnTo>
                  <a:pt x="354537" y="10410"/>
                </a:lnTo>
                <a:lnTo>
                  <a:pt x="402184" y="2648"/>
                </a:lnTo>
                <a:lnTo>
                  <a:pt x="451365" y="0"/>
                </a:lnTo>
                <a:lnTo>
                  <a:pt x="500547" y="2648"/>
                </a:lnTo>
                <a:lnTo>
                  <a:pt x="548194" y="10410"/>
                </a:lnTo>
                <a:lnTo>
                  <a:pt x="594032" y="23010"/>
                </a:lnTo>
                <a:lnTo>
                  <a:pt x="637785" y="40173"/>
                </a:lnTo>
                <a:lnTo>
                  <a:pt x="679178" y="61624"/>
                </a:lnTo>
                <a:lnTo>
                  <a:pt x="717936" y="87087"/>
                </a:lnTo>
                <a:lnTo>
                  <a:pt x="753783" y="116286"/>
                </a:lnTo>
                <a:lnTo>
                  <a:pt x="786444" y="148947"/>
                </a:lnTo>
                <a:lnTo>
                  <a:pt x="815643" y="184794"/>
                </a:lnTo>
                <a:lnTo>
                  <a:pt x="841106" y="223552"/>
                </a:lnTo>
                <a:lnTo>
                  <a:pt x="862557" y="264945"/>
                </a:lnTo>
                <a:lnTo>
                  <a:pt x="879720" y="308698"/>
                </a:lnTo>
                <a:lnTo>
                  <a:pt x="892320" y="354536"/>
                </a:lnTo>
                <a:lnTo>
                  <a:pt x="900082" y="402183"/>
                </a:lnTo>
                <a:lnTo>
                  <a:pt x="902731" y="451364"/>
                </a:lnTo>
                <a:lnTo>
                  <a:pt x="900082" y="500546"/>
                </a:lnTo>
                <a:lnTo>
                  <a:pt x="892320" y="548194"/>
                </a:lnTo>
                <a:lnTo>
                  <a:pt x="879720" y="594031"/>
                </a:lnTo>
                <a:lnTo>
                  <a:pt x="862557" y="637784"/>
                </a:lnTo>
                <a:lnTo>
                  <a:pt x="841106" y="679178"/>
                </a:lnTo>
                <a:lnTo>
                  <a:pt x="815643" y="717935"/>
                </a:lnTo>
                <a:lnTo>
                  <a:pt x="786444" y="753782"/>
                </a:lnTo>
                <a:lnTo>
                  <a:pt x="753783" y="786443"/>
                </a:lnTo>
                <a:lnTo>
                  <a:pt x="717936" y="815643"/>
                </a:lnTo>
                <a:lnTo>
                  <a:pt x="679178" y="841105"/>
                </a:lnTo>
                <a:lnTo>
                  <a:pt x="637785" y="862556"/>
                </a:lnTo>
                <a:lnTo>
                  <a:pt x="594032" y="879719"/>
                </a:lnTo>
                <a:lnTo>
                  <a:pt x="548194" y="892319"/>
                </a:lnTo>
                <a:lnTo>
                  <a:pt x="500546" y="900082"/>
                </a:lnTo>
                <a:lnTo>
                  <a:pt x="451365" y="902730"/>
                </a:lnTo>
                <a:lnTo>
                  <a:pt x="402184" y="900082"/>
                </a:lnTo>
                <a:lnTo>
                  <a:pt x="354537" y="892320"/>
                </a:lnTo>
                <a:lnTo>
                  <a:pt x="308699" y="879719"/>
                </a:lnTo>
                <a:lnTo>
                  <a:pt x="264945" y="862556"/>
                </a:lnTo>
                <a:lnTo>
                  <a:pt x="223552" y="841106"/>
                </a:lnTo>
                <a:lnTo>
                  <a:pt x="184795" y="815643"/>
                </a:lnTo>
                <a:lnTo>
                  <a:pt x="148947" y="786443"/>
                </a:lnTo>
                <a:lnTo>
                  <a:pt x="116287" y="753783"/>
                </a:lnTo>
                <a:lnTo>
                  <a:pt x="87087" y="717935"/>
                </a:lnTo>
                <a:lnTo>
                  <a:pt x="61624" y="679178"/>
                </a:lnTo>
                <a:lnTo>
                  <a:pt x="40174" y="637785"/>
                </a:lnTo>
                <a:lnTo>
                  <a:pt x="23011" y="594031"/>
                </a:lnTo>
                <a:lnTo>
                  <a:pt x="10410" y="548194"/>
                </a:lnTo>
                <a:lnTo>
                  <a:pt x="2648" y="500546"/>
                </a:lnTo>
                <a:lnTo>
                  <a:pt x="0" y="451365"/>
                </a:lnTo>
                <a:close/>
              </a:path>
            </a:pathLst>
          </a:custGeom>
          <a:ln w="25400">
            <a:solidFill>
              <a:srgbClr val="3A7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52537" y="5202698"/>
            <a:ext cx="451484" cy="451484"/>
          </a:xfrm>
          <a:custGeom>
            <a:avLst/>
            <a:gdLst/>
            <a:ahLst/>
            <a:cxnLst/>
            <a:rect l="l" t="t" r="r" b="b"/>
            <a:pathLst>
              <a:path w="451485" h="451485">
                <a:moveTo>
                  <a:pt x="0" y="225682"/>
                </a:moveTo>
                <a:lnTo>
                  <a:pt x="4584" y="271164"/>
                </a:lnTo>
                <a:lnTo>
                  <a:pt x="17734" y="313527"/>
                </a:lnTo>
                <a:lnTo>
                  <a:pt x="38542" y="351863"/>
                </a:lnTo>
                <a:lnTo>
                  <a:pt x="66100" y="385263"/>
                </a:lnTo>
                <a:lnTo>
                  <a:pt x="99500" y="412821"/>
                </a:lnTo>
                <a:lnTo>
                  <a:pt x="137836" y="433629"/>
                </a:lnTo>
                <a:lnTo>
                  <a:pt x="180198" y="446779"/>
                </a:lnTo>
                <a:lnTo>
                  <a:pt x="225681" y="451364"/>
                </a:lnTo>
                <a:lnTo>
                  <a:pt x="271165" y="446779"/>
                </a:lnTo>
                <a:lnTo>
                  <a:pt x="313528" y="433629"/>
                </a:lnTo>
                <a:lnTo>
                  <a:pt x="351863" y="412821"/>
                </a:lnTo>
                <a:lnTo>
                  <a:pt x="385264" y="385263"/>
                </a:lnTo>
                <a:lnTo>
                  <a:pt x="412822" y="351863"/>
                </a:lnTo>
                <a:lnTo>
                  <a:pt x="433630" y="313528"/>
                </a:lnTo>
                <a:lnTo>
                  <a:pt x="446780" y="271165"/>
                </a:lnTo>
                <a:lnTo>
                  <a:pt x="451365" y="225682"/>
                </a:lnTo>
                <a:lnTo>
                  <a:pt x="446780" y="180199"/>
                </a:lnTo>
                <a:lnTo>
                  <a:pt x="433630" y="137836"/>
                </a:lnTo>
                <a:lnTo>
                  <a:pt x="412822" y="99500"/>
                </a:lnTo>
                <a:lnTo>
                  <a:pt x="385264" y="66100"/>
                </a:lnTo>
                <a:lnTo>
                  <a:pt x="351863" y="38542"/>
                </a:lnTo>
                <a:lnTo>
                  <a:pt x="313528" y="17735"/>
                </a:lnTo>
                <a:lnTo>
                  <a:pt x="271165" y="4585"/>
                </a:lnTo>
                <a:lnTo>
                  <a:pt x="225682" y="0"/>
                </a:lnTo>
                <a:lnTo>
                  <a:pt x="180199" y="4584"/>
                </a:lnTo>
                <a:lnTo>
                  <a:pt x="137836" y="17734"/>
                </a:lnTo>
                <a:lnTo>
                  <a:pt x="99501" y="38542"/>
                </a:lnTo>
                <a:lnTo>
                  <a:pt x="66100" y="66100"/>
                </a:lnTo>
                <a:lnTo>
                  <a:pt x="38542" y="99500"/>
                </a:lnTo>
                <a:lnTo>
                  <a:pt x="17735" y="137835"/>
                </a:lnTo>
                <a:lnTo>
                  <a:pt x="4585" y="180198"/>
                </a:lnTo>
                <a:lnTo>
                  <a:pt x="0" y="225681"/>
                </a:lnTo>
                <a:close/>
              </a:path>
            </a:pathLst>
          </a:custGeom>
          <a:ln w="25399">
            <a:solidFill>
              <a:srgbClr val="3A7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397000" y="4394200"/>
            <a:ext cx="9892665" cy="119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e.g., </a:t>
            </a:r>
            <a:r>
              <a:rPr sz="1800" spc="-25" dirty="0">
                <a:latin typeface="Trebuchet MS"/>
                <a:cs typeface="Trebuchet MS"/>
              </a:rPr>
              <a:t>TaindDroid </a:t>
            </a:r>
            <a:r>
              <a:rPr sz="1800" dirty="0">
                <a:latin typeface="Trebuchet MS"/>
                <a:cs typeface="Trebuchet MS"/>
              </a:rPr>
              <a:t>(DVM), </a:t>
            </a:r>
            <a:r>
              <a:rPr sz="1800" spc="-70" dirty="0">
                <a:latin typeface="Trebuchet MS"/>
                <a:cs typeface="Trebuchet MS"/>
              </a:rPr>
              <a:t>TaintART, </a:t>
            </a:r>
            <a:r>
              <a:rPr sz="1800" spc="-30" dirty="0">
                <a:latin typeface="Trebuchet MS"/>
                <a:cs typeface="Trebuchet MS"/>
              </a:rPr>
              <a:t>ARTist </a:t>
            </a:r>
            <a:r>
              <a:rPr sz="1800" spc="-5" dirty="0">
                <a:latin typeface="Trebuchet MS"/>
                <a:cs typeface="Trebuchet MS"/>
              </a:rPr>
              <a:t>(dex2oat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ART)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181767" y="5237964"/>
            <a:ext cx="168910" cy="452120"/>
          </a:xfrm>
          <a:custGeom>
            <a:avLst/>
            <a:gdLst/>
            <a:ahLst/>
            <a:cxnLst/>
            <a:rect l="l" t="t" r="r" b="b"/>
            <a:pathLst>
              <a:path w="168910" h="452120">
                <a:moveTo>
                  <a:pt x="0" y="0"/>
                </a:moveTo>
                <a:lnTo>
                  <a:pt x="62020" y="0"/>
                </a:lnTo>
                <a:lnTo>
                  <a:pt x="168657" y="226028"/>
                </a:lnTo>
                <a:lnTo>
                  <a:pt x="62020" y="452056"/>
                </a:lnTo>
                <a:lnTo>
                  <a:pt x="0" y="452056"/>
                </a:lnTo>
                <a:lnTo>
                  <a:pt x="106636" y="22602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14481" y="5237964"/>
            <a:ext cx="168910" cy="452120"/>
          </a:xfrm>
          <a:custGeom>
            <a:avLst/>
            <a:gdLst/>
            <a:ahLst/>
            <a:cxnLst/>
            <a:rect l="l" t="t" r="r" b="b"/>
            <a:pathLst>
              <a:path w="168910" h="452120">
                <a:moveTo>
                  <a:pt x="0" y="0"/>
                </a:moveTo>
                <a:lnTo>
                  <a:pt x="62020" y="0"/>
                </a:lnTo>
                <a:lnTo>
                  <a:pt x="168657" y="226028"/>
                </a:lnTo>
                <a:lnTo>
                  <a:pt x="62020" y="452056"/>
                </a:lnTo>
                <a:lnTo>
                  <a:pt x="0" y="452056"/>
                </a:lnTo>
                <a:lnTo>
                  <a:pt x="106636" y="22602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721130" y="5060308"/>
            <a:ext cx="8571612" cy="7582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2717956" y="5057133"/>
          <a:ext cx="8571229" cy="7582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77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838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b="1" spc="-5" dirty="0">
                          <a:latin typeface="Trebuchet MS"/>
                          <a:cs typeface="Trebuchet MS"/>
                        </a:rPr>
                        <a:t>Modify </a:t>
                      </a:r>
                      <a:r>
                        <a:rPr sz="2400" b="1" dirty="0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sz="2400" b="1" spc="-5" dirty="0">
                          <a:latin typeface="Trebuchet MS"/>
                          <a:cs typeface="Trebuchet MS"/>
                        </a:rPr>
                        <a:t>target</a:t>
                      </a:r>
                      <a:r>
                        <a:rPr sz="2400" b="1" dirty="0">
                          <a:latin typeface="Trebuchet MS"/>
                          <a:cs typeface="Trebuchet MS"/>
                        </a:rPr>
                        <a:t> apps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6350">
                      <a:solidFill>
                        <a:srgbClr val="A5A5A5"/>
                      </a:solidFill>
                      <a:prstDash val="solid"/>
                    </a:lnL>
                    <a:lnT w="6350">
                      <a:solidFill>
                        <a:srgbClr val="A5A5A5"/>
                      </a:solidFill>
                      <a:prstDash val="solid"/>
                    </a:lnT>
                    <a:lnB w="19050">
                      <a:solidFill>
                        <a:srgbClr val="7F7F7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A5A5A5"/>
                      </a:solidFill>
                      <a:prstDash val="solid"/>
                    </a:lnR>
                    <a:lnT w="6350">
                      <a:solidFill>
                        <a:srgbClr val="A5A5A5"/>
                      </a:solidFill>
                      <a:prstDash val="solid"/>
                    </a:lnT>
                    <a:lnB w="635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23">
                <a:tc>
                  <a:txBody>
                    <a:bodyPr/>
                    <a:lstStyle/>
                    <a:p>
                      <a:pPr marL="46990">
                        <a:lnSpc>
                          <a:spcPts val="2115"/>
                        </a:lnSpc>
                        <a:spcBef>
                          <a:spcPts val="3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e.g.,</a:t>
                      </a:r>
                      <a:r>
                        <a:rPr sz="18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Aurasium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0165" marB="0">
                    <a:lnL w="6350">
                      <a:solidFill>
                        <a:srgbClr val="A5A5A5"/>
                      </a:solidFill>
                      <a:prstDash val="solid"/>
                    </a:lnL>
                    <a:lnT w="19050">
                      <a:solidFill>
                        <a:srgbClr val="7F7F7F"/>
                      </a:solidFill>
                      <a:prstDash val="solid"/>
                    </a:lnT>
                    <a:lnB w="6350">
                      <a:solidFill>
                        <a:srgbClr val="A5A5A5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A5A5A5"/>
                      </a:solidFill>
                      <a:prstDash val="solid"/>
                    </a:lnR>
                    <a:lnT w="6350">
                      <a:solidFill>
                        <a:srgbClr val="A5A5A5"/>
                      </a:solidFill>
                      <a:prstDash val="solid"/>
                    </a:lnT>
                    <a:lnB w="6350">
                      <a:solidFill>
                        <a:srgbClr val="A5A5A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1397000" y="254000"/>
            <a:ext cx="939419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9905" algn="l"/>
              </a:tabLst>
            </a:pP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Ex</a:t>
            </a:r>
            <a:r>
              <a:rPr sz="3800" b="1" spc="-5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st</a:t>
            </a:r>
            <a:r>
              <a:rPr sz="3800" b="1" spc="-5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g</a:t>
            </a:r>
            <a:r>
              <a:rPr sz="3800" b="1" spc="-1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3800" b="1" spc="-5" dirty="0">
                <a:solidFill>
                  <a:srgbClr val="000000"/>
                </a:solidFill>
                <a:latin typeface="Arial"/>
                <a:cs typeface="Arial"/>
              </a:rPr>
              <a:t>nd</a:t>
            </a: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r</a:t>
            </a:r>
            <a:r>
              <a:rPr sz="3800" b="1" spc="-5" dirty="0">
                <a:solidFill>
                  <a:srgbClr val="000000"/>
                </a:solidFill>
                <a:latin typeface="Arial"/>
                <a:cs typeface="Arial"/>
              </a:rPr>
              <a:t>oi</a:t>
            </a: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sz="3800" b="1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Ma</a:t>
            </a:r>
            <a:r>
              <a:rPr sz="3800" b="1" spc="-5" dirty="0">
                <a:solidFill>
                  <a:srgbClr val="000000"/>
                </a:solidFill>
                <a:latin typeface="Arial"/>
                <a:cs typeface="Arial"/>
              </a:rPr>
              <a:t>lw</a:t>
            </a: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sz="3800" b="1" spc="-1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3800" b="1" spc="-5" dirty="0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3800" b="1" spc="-5" dirty="0">
                <a:solidFill>
                  <a:srgbClr val="000000"/>
                </a:solidFill>
                <a:latin typeface="Arial"/>
                <a:cs typeface="Arial"/>
              </a:rPr>
              <a:t>l</a:t>
            </a: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ys</a:t>
            </a:r>
            <a:r>
              <a:rPr sz="3800" b="1" spc="-5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s	</a:t>
            </a:r>
            <a:r>
              <a:rPr sz="3800" b="1" spc="-285" dirty="0">
                <a:solidFill>
                  <a:srgbClr val="000000"/>
                </a:solidFill>
                <a:latin typeface="Arial"/>
                <a:cs typeface="Arial"/>
              </a:rPr>
              <a:t>T</a:t>
            </a:r>
            <a:r>
              <a:rPr sz="3800" b="1" spc="-5" dirty="0">
                <a:solidFill>
                  <a:srgbClr val="000000"/>
                </a:solidFill>
                <a:latin typeface="Arial"/>
                <a:cs typeface="Arial"/>
              </a:rPr>
              <a:t>ool</a:t>
            </a:r>
            <a:r>
              <a:rPr sz="3800" b="1" dirty="0">
                <a:solidFill>
                  <a:srgbClr val="000000"/>
                </a:solidFill>
                <a:latin typeface="Arial"/>
                <a:cs typeface="Arial"/>
              </a:rPr>
              <a:t>s</a:t>
            </a:r>
            <a:endParaRPr sz="3800">
              <a:latin typeface="Arial"/>
              <a:cs typeface="Arial"/>
            </a:endParaRPr>
          </a:p>
        </p:txBody>
      </p:sp>
      <p:sp>
        <p:nvSpPr>
          <p:cNvPr id="46" name="日期占位符 45">
            <a:extLst>
              <a:ext uri="{FF2B5EF4-FFF2-40B4-BE49-F238E27FC236}">
                <a16:creationId xmlns:a16="http://schemas.microsoft.com/office/drawing/2014/main" id="{15EFEEDF-F7A5-46C3-9C86-C0E95C9730F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47" name="灯片编号占位符 46">
            <a:extLst>
              <a:ext uri="{FF2B5EF4-FFF2-40B4-BE49-F238E27FC236}">
                <a16:creationId xmlns:a16="http://schemas.microsoft.com/office/drawing/2014/main" id="{B944BCB7-1297-4AD1-9559-0577EA2965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2428" y="5155349"/>
            <a:ext cx="9483725" cy="795655"/>
          </a:xfrm>
          <a:custGeom>
            <a:avLst/>
            <a:gdLst/>
            <a:ahLst/>
            <a:cxnLst/>
            <a:rect l="l" t="t" r="r" b="b"/>
            <a:pathLst>
              <a:path w="9483725" h="795654">
                <a:moveTo>
                  <a:pt x="0" y="0"/>
                </a:moveTo>
                <a:lnTo>
                  <a:pt x="9483170" y="0"/>
                </a:lnTo>
                <a:lnTo>
                  <a:pt x="9483170" y="795141"/>
                </a:lnTo>
                <a:lnTo>
                  <a:pt x="0" y="795141"/>
                </a:lnTo>
                <a:lnTo>
                  <a:pt x="0" y="0"/>
                </a:lnTo>
                <a:close/>
              </a:path>
            </a:pathLst>
          </a:custGeom>
          <a:solidFill>
            <a:srgbClr val="89C6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43200" y="5283200"/>
            <a:ext cx="88315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On-device </a:t>
            </a:r>
            <a:r>
              <a:rPr sz="3200" spc="-5" dirty="0">
                <a:solidFill>
                  <a:srgbClr val="FFFFFF"/>
                </a:solidFill>
                <a:latin typeface="Arial Rounded MT Bold"/>
                <a:cs typeface="Arial Rounded MT Bold"/>
              </a:rPr>
              <a:t>and </a:t>
            </a:r>
            <a:r>
              <a:rPr sz="3200" spc="-15" dirty="0">
                <a:solidFill>
                  <a:srgbClr val="FFFFFF"/>
                </a:solidFill>
                <a:latin typeface="Arial Rounded MT Bold"/>
                <a:cs typeface="Arial Rounded MT Bold"/>
              </a:rPr>
              <a:t>Non-invasive </a:t>
            </a:r>
            <a:r>
              <a:rPr sz="32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Analysis </a:t>
            </a:r>
            <a:r>
              <a:rPr sz="3200" spc="-15" dirty="0">
                <a:solidFill>
                  <a:srgbClr val="FFFFFF"/>
                </a:solidFill>
                <a:latin typeface="Arial Rounded MT Bold"/>
                <a:cs typeface="Arial Rounded MT Bold"/>
              </a:rPr>
              <a:t>for</a:t>
            </a:r>
            <a:r>
              <a:rPr sz="3200" spc="20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 Rounded MT Bold"/>
                <a:cs typeface="Arial Rounded MT Bold"/>
              </a:rPr>
              <a:t>ART</a:t>
            </a:r>
            <a:endParaRPr sz="3200">
              <a:latin typeface="Arial Rounded MT Bold"/>
              <a:cs typeface="Arial Rounded MT Bol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65571" y="910874"/>
            <a:ext cx="3471545" cy="3418840"/>
          </a:xfrm>
          <a:custGeom>
            <a:avLst/>
            <a:gdLst/>
            <a:ahLst/>
            <a:cxnLst/>
            <a:rect l="l" t="t" r="r" b="b"/>
            <a:pathLst>
              <a:path w="3471545" h="3418840">
                <a:moveTo>
                  <a:pt x="2962904" y="500537"/>
                </a:moveTo>
                <a:lnTo>
                  <a:pt x="2996787" y="534835"/>
                </a:lnTo>
                <a:lnTo>
                  <a:pt x="3029500" y="569824"/>
                </a:lnTo>
                <a:lnTo>
                  <a:pt x="3061046" y="605479"/>
                </a:lnTo>
                <a:lnTo>
                  <a:pt x="3091423" y="641776"/>
                </a:lnTo>
                <a:lnTo>
                  <a:pt x="3120632" y="678692"/>
                </a:lnTo>
                <a:lnTo>
                  <a:pt x="3148672" y="716201"/>
                </a:lnTo>
                <a:lnTo>
                  <a:pt x="3175544" y="754279"/>
                </a:lnTo>
                <a:lnTo>
                  <a:pt x="3201248" y="792903"/>
                </a:lnTo>
                <a:lnTo>
                  <a:pt x="3225783" y="832048"/>
                </a:lnTo>
                <a:lnTo>
                  <a:pt x="3249150" y="871690"/>
                </a:lnTo>
                <a:lnTo>
                  <a:pt x="3271349" y="911804"/>
                </a:lnTo>
                <a:lnTo>
                  <a:pt x="3292379" y="952367"/>
                </a:lnTo>
                <a:lnTo>
                  <a:pt x="3312241" y="993354"/>
                </a:lnTo>
                <a:lnTo>
                  <a:pt x="3330935" y="1034740"/>
                </a:lnTo>
                <a:lnTo>
                  <a:pt x="3348460" y="1076503"/>
                </a:lnTo>
                <a:lnTo>
                  <a:pt x="3364817" y="1118616"/>
                </a:lnTo>
                <a:lnTo>
                  <a:pt x="3380006" y="1161057"/>
                </a:lnTo>
                <a:lnTo>
                  <a:pt x="3394026" y="1203801"/>
                </a:lnTo>
                <a:lnTo>
                  <a:pt x="3406878" y="1246823"/>
                </a:lnTo>
                <a:lnTo>
                  <a:pt x="3418561" y="1290100"/>
                </a:lnTo>
                <a:lnTo>
                  <a:pt x="3429076" y="1333608"/>
                </a:lnTo>
                <a:lnTo>
                  <a:pt x="3438423" y="1377321"/>
                </a:lnTo>
                <a:lnTo>
                  <a:pt x="3446602" y="1421216"/>
                </a:lnTo>
                <a:lnTo>
                  <a:pt x="3453612" y="1465268"/>
                </a:lnTo>
                <a:lnTo>
                  <a:pt x="3459454" y="1509454"/>
                </a:lnTo>
                <a:lnTo>
                  <a:pt x="3464127" y="1553749"/>
                </a:lnTo>
                <a:lnTo>
                  <a:pt x="3467632" y="1598129"/>
                </a:lnTo>
                <a:lnTo>
                  <a:pt x="3469969" y="1642569"/>
                </a:lnTo>
                <a:lnTo>
                  <a:pt x="3471137" y="1687046"/>
                </a:lnTo>
                <a:lnTo>
                  <a:pt x="3471137" y="1731534"/>
                </a:lnTo>
                <a:lnTo>
                  <a:pt x="3469969" y="1776011"/>
                </a:lnTo>
                <a:lnTo>
                  <a:pt x="3467632" y="1820451"/>
                </a:lnTo>
                <a:lnTo>
                  <a:pt x="3464127" y="1864831"/>
                </a:lnTo>
                <a:lnTo>
                  <a:pt x="3459454" y="1909126"/>
                </a:lnTo>
                <a:lnTo>
                  <a:pt x="3453612" y="1953312"/>
                </a:lnTo>
                <a:lnTo>
                  <a:pt x="3446602" y="1997364"/>
                </a:lnTo>
                <a:lnTo>
                  <a:pt x="3438423" y="2041259"/>
                </a:lnTo>
                <a:lnTo>
                  <a:pt x="3429076" y="2084972"/>
                </a:lnTo>
                <a:lnTo>
                  <a:pt x="3418561" y="2128479"/>
                </a:lnTo>
                <a:lnTo>
                  <a:pt x="3406878" y="2171756"/>
                </a:lnTo>
                <a:lnTo>
                  <a:pt x="3394026" y="2214779"/>
                </a:lnTo>
                <a:lnTo>
                  <a:pt x="3380006" y="2257523"/>
                </a:lnTo>
                <a:lnTo>
                  <a:pt x="3364817" y="2299964"/>
                </a:lnTo>
                <a:lnTo>
                  <a:pt x="3348460" y="2342077"/>
                </a:lnTo>
                <a:lnTo>
                  <a:pt x="3330935" y="2383840"/>
                </a:lnTo>
                <a:lnTo>
                  <a:pt x="3312241" y="2425226"/>
                </a:lnTo>
                <a:lnTo>
                  <a:pt x="3292379" y="2466213"/>
                </a:lnTo>
                <a:lnTo>
                  <a:pt x="3271349" y="2506776"/>
                </a:lnTo>
                <a:lnTo>
                  <a:pt x="3249150" y="2546890"/>
                </a:lnTo>
                <a:lnTo>
                  <a:pt x="3225783" y="2586532"/>
                </a:lnTo>
                <a:lnTo>
                  <a:pt x="3201248" y="2625677"/>
                </a:lnTo>
                <a:lnTo>
                  <a:pt x="3175544" y="2664301"/>
                </a:lnTo>
                <a:lnTo>
                  <a:pt x="3148672" y="2702379"/>
                </a:lnTo>
                <a:lnTo>
                  <a:pt x="3120632" y="2739888"/>
                </a:lnTo>
                <a:lnTo>
                  <a:pt x="3091423" y="2776804"/>
                </a:lnTo>
                <a:lnTo>
                  <a:pt x="3061046" y="2813101"/>
                </a:lnTo>
                <a:lnTo>
                  <a:pt x="3029500" y="2848756"/>
                </a:lnTo>
                <a:lnTo>
                  <a:pt x="2996787" y="2883745"/>
                </a:lnTo>
                <a:lnTo>
                  <a:pt x="2962904" y="2918043"/>
                </a:lnTo>
                <a:lnTo>
                  <a:pt x="2928079" y="2951412"/>
                </a:lnTo>
                <a:lnTo>
                  <a:pt x="2892553" y="2983630"/>
                </a:lnTo>
                <a:lnTo>
                  <a:pt x="2856349" y="3014698"/>
                </a:lnTo>
                <a:lnTo>
                  <a:pt x="2819494" y="3044615"/>
                </a:lnTo>
                <a:lnTo>
                  <a:pt x="2782011" y="3073382"/>
                </a:lnTo>
                <a:lnTo>
                  <a:pt x="2743925" y="3100997"/>
                </a:lnTo>
                <a:lnTo>
                  <a:pt x="2705261" y="3127463"/>
                </a:lnTo>
                <a:lnTo>
                  <a:pt x="2666043" y="3152777"/>
                </a:lnTo>
                <a:lnTo>
                  <a:pt x="2626297" y="3176941"/>
                </a:lnTo>
                <a:lnTo>
                  <a:pt x="2586045" y="3199954"/>
                </a:lnTo>
                <a:lnTo>
                  <a:pt x="2545314" y="3221817"/>
                </a:lnTo>
                <a:lnTo>
                  <a:pt x="2504128" y="3242529"/>
                </a:lnTo>
                <a:lnTo>
                  <a:pt x="2462511" y="3262090"/>
                </a:lnTo>
                <a:lnTo>
                  <a:pt x="2420488" y="3280500"/>
                </a:lnTo>
                <a:lnTo>
                  <a:pt x="2378084" y="3297760"/>
                </a:lnTo>
                <a:lnTo>
                  <a:pt x="2335323" y="3313869"/>
                </a:lnTo>
                <a:lnTo>
                  <a:pt x="2292229" y="3328828"/>
                </a:lnTo>
                <a:lnTo>
                  <a:pt x="2248828" y="3342636"/>
                </a:lnTo>
                <a:lnTo>
                  <a:pt x="2205144" y="3355293"/>
                </a:lnTo>
                <a:lnTo>
                  <a:pt x="2161202" y="3366800"/>
                </a:lnTo>
                <a:lnTo>
                  <a:pt x="2117026" y="3377156"/>
                </a:lnTo>
                <a:lnTo>
                  <a:pt x="2072641" y="3386361"/>
                </a:lnTo>
                <a:lnTo>
                  <a:pt x="2028071" y="3394416"/>
                </a:lnTo>
                <a:lnTo>
                  <a:pt x="1983341" y="3401320"/>
                </a:lnTo>
                <a:lnTo>
                  <a:pt x="1938476" y="3407073"/>
                </a:lnTo>
                <a:lnTo>
                  <a:pt x="1893500" y="3411676"/>
                </a:lnTo>
                <a:lnTo>
                  <a:pt x="1848438" y="3415127"/>
                </a:lnTo>
                <a:lnTo>
                  <a:pt x="1803315" y="3417429"/>
                </a:lnTo>
                <a:lnTo>
                  <a:pt x="1758155" y="3418579"/>
                </a:lnTo>
                <a:lnTo>
                  <a:pt x="1712982" y="3418579"/>
                </a:lnTo>
                <a:lnTo>
                  <a:pt x="1667821" y="3417429"/>
                </a:lnTo>
                <a:lnTo>
                  <a:pt x="1622698" y="3415127"/>
                </a:lnTo>
                <a:lnTo>
                  <a:pt x="1577636" y="3411676"/>
                </a:lnTo>
                <a:lnTo>
                  <a:pt x="1532660" y="3407073"/>
                </a:lnTo>
                <a:lnTo>
                  <a:pt x="1487795" y="3401320"/>
                </a:lnTo>
                <a:lnTo>
                  <a:pt x="1443065" y="3394416"/>
                </a:lnTo>
                <a:lnTo>
                  <a:pt x="1398496" y="3386361"/>
                </a:lnTo>
                <a:lnTo>
                  <a:pt x="1354110" y="3377156"/>
                </a:lnTo>
                <a:lnTo>
                  <a:pt x="1309934" y="3366800"/>
                </a:lnTo>
                <a:lnTo>
                  <a:pt x="1265992" y="3355293"/>
                </a:lnTo>
                <a:lnTo>
                  <a:pt x="1222308" y="3342636"/>
                </a:lnTo>
                <a:lnTo>
                  <a:pt x="1178907" y="3328828"/>
                </a:lnTo>
                <a:lnTo>
                  <a:pt x="1135814" y="3313869"/>
                </a:lnTo>
                <a:lnTo>
                  <a:pt x="1093053" y="3297760"/>
                </a:lnTo>
                <a:lnTo>
                  <a:pt x="1050648" y="3280500"/>
                </a:lnTo>
                <a:lnTo>
                  <a:pt x="1008625" y="3262090"/>
                </a:lnTo>
                <a:lnTo>
                  <a:pt x="967008" y="3242529"/>
                </a:lnTo>
                <a:lnTo>
                  <a:pt x="925822" y="3221817"/>
                </a:lnTo>
                <a:lnTo>
                  <a:pt x="885091" y="3199954"/>
                </a:lnTo>
                <a:lnTo>
                  <a:pt x="844840" y="3176941"/>
                </a:lnTo>
                <a:lnTo>
                  <a:pt x="805093" y="3152777"/>
                </a:lnTo>
                <a:lnTo>
                  <a:pt x="765876" y="3127463"/>
                </a:lnTo>
                <a:lnTo>
                  <a:pt x="727212" y="3100997"/>
                </a:lnTo>
                <a:lnTo>
                  <a:pt x="689126" y="3073382"/>
                </a:lnTo>
                <a:lnTo>
                  <a:pt x="651643" y="3044615"/>
                </a:lnTo>
                <a:lnTo>
                  <a:pt x="614788" y="3014698"/>
                </a:lnTo>
                <a:lnTo>
                  <a:pt x="578584" y="2983630"/>
                </a:lnTo>
                <a:lnTo>
                  <a:pt x="543058" y="2951412"/>
                </a:lnTo>
                <a:lnTo>
                  <a:pt x="508233" y="2918043"/>
                </a:lnTo>
                <a:lnTo>
                  <a:pt x="474350" y="2883745"/>
                </a:lnTo>
                <a:lnTo>
                  <a:pt x="441636" y="2848756"/>
                </a:lnTo>
                <a:lnTo>
                  <a:pt x="410091" y="2813101"/>
                </a:lnTo>
                <a:lnTo>
                  <a:pt x="379714" y="2776804"/>
                </a:lnTo>
                <a:lnTo>
                  <a:pt x="350505" y="2739888"/>
                </a:lnTo>
                <a:lnTo>
                  <a:pt x="322465" y="2702379"/>
                </a:lnTo>
                <a:lnTo>
                  <a:pt x="295592" y="2664301"/>
                </a:lnTo>
                <a:lnTo>
                  <a:pt x="269889" y="2625677"/>
                </a:lnTo>
                <a:lnTo>
                  <a:pt x="245353" y="2586532"/>
                </a:lnTo>
                <a:lnTo>
                  <a:pt x="221986" y="2546890"/>
                </a:lnTo>
                <a:lnTo>
                  <a:pt x="199788" y="2506776"/>
                </a:lnTo>
                <a:lnTo>
                  <a:pt x="178757" y="2466213"/>
                </a:lnTo>
                <a:lnTo>
                  <a:pt x="158895" y="2425226"/>
                </a:lnTo>
                <a:lnTo>
                  <a:pt x="140202" y="2383840"/>
                </a:lnTo>
                <a:lnTo>
                  <a:pt x="122676" y="2342077"/>
                </a:lnTo>
                <a:lnTo>
                  <a:pt x="106320" y="2299964"/>
                </a:lnTo>
                <a:lnTo>
                  <a:pt x="91131" y="2257523"/>
                </a:lnTo>
                <a:lnTo>
                  <a:pt x="77111" y="2214779"/>
                </a:lnTo>
                <a:lnTo>
                  <a:pt x="64259" y="2171756"/>
                </a:lnTo>
                <a:lnTo>
                  <a:pt x="52575" y="2128479"/>
                </a:lnTo>
                <a:lnTo>
                  <a:pt x="42060" y="2084972"/>
                </a:lnTo>
                <a:lnTo>
                  <a:pt x="32713" y="2041259"/>
                </a:lnTo>
                <a:lnTo>
                  <a:pt x="24535" y="1997364"/>
                </a:lnTo>
                <a:lnTo>
                  <a:pt x="17525" y="1953312"/>
                </a:lnTo>
                <a:lnTo>
                  <a:pt x="11683" y="1909126"/>
                </a:lnTo>
                <a:lnTo>
                  <a:pt x="7010" y="1864831"/>
                </a:lnTo>
                <a:lnTo>
                  <a:pt x="3505" y="1820451"/>
                </a:lnTo>
                <a:lnTo>
                  <a:pt x="1168" y="1776011"/>
                </a:lnTo>
                <a:lnTo>
                  <a:pt x="0" y="1731534"/>
                </a:lnTo>
                <a:lnTo>
                  <a:pt x="0" y="1687046"/>
                </a:lnTo>
                <a:lnTo>
                  <a:pt x="1168" y="1642569"/>
                </a:lnTo>
                <a:lnTo>
                  <a:pt x="3505" y="1598129"/>
                </a:lnTo>
                <a:lnTo>
                  <a:pt x="7010" y="1553749"/>
                </a:lnTo>
                <a:lnTo>
                  <a:pt x="11683" y="1509454"/>
                </a:lnTo>
                <a:lnTo>
                  <a:pt x="17525" y="1465268"/>
                </a:lnTo>
                <a:lnTo>
                  <a:pt x="24535" y="1421216"/>
                </a:lnTo>
                <a:lnTo>
                  <a:pt x="32713" y="1377321"/>
                </a:lnTo>
                <a:lnTo>
                  <a:pt x="42060" y="1333608"/>
                </a:lnTo>
                <a:lnTo>
                  <a:pt x="52575" y="1290100"/>
                </a:lnTo>
                <a:lnTo>
                  <a:pt x="64259" y="1246823"/>
                </a:lnTo>
                <a:lnTo>
                  <a:pt x="77111" y="1203801"/>
                </a:lnTo>
                <a:lnTo>
                  <a:pt x="91131" y="1161057"/>
                </a:lnTo>
                <a:lnTo>
                  <a:pt x="106320" y="1118616"/>
                </a:lnTo>
                <a:lnTo>
                  <a:pt x="122676" y="1076503"/>
                </a:lnTo>
                <a:lnTo>
                  <a:pt x="140202" y="1034740"/>
                </a:lnTo>
                <a:lnTo>
                  <a:pt x="158895" y="993354"/>
                </a:lnTo>
                <a:lnTo>
                  <a:pt x="178757" y="952367"/>
                </a:lnTo>
                <a:lnTo>
                  <a:pt x="199788" y="911804"/>
                </a:lnTo>
                <a:lnTo>
                  <a:pt x="221986" y="871690"/>
                </a:lnTo>
                <a:lnTo>
                  <a:pt x="245353" y="832048"/>
                </a:lnTo>
                <a:lnTo>
                  <a:pt x="269889" y="792903"/>
                </a:lnTo>
                <a:lnTo>
                  <a:pt x="295592" y="754279"/>
                </a:lnTo>
                <a:lnTo>
                  <a:pt x="322465" y="716201"/>
                </a:lnTo>
                <a:lnTo>
                  <a:pt x="350505" y="678692"/>
                </a:lnTo>
                <a:lnTo>
                  <a:pt x="379714" y="641776"/>
                </a:lnTo>
                <a:lnTo>
                  <a:pt x="410091" y="605479"/>
                </a:lnTo>
                <a:lnTo>
                  <a:pt x="441636" y="569824"/>
                </a:lnTo>
                <a:lnTo>
                  <a:pt x="474350" y="534835"/>
                </a:lnTo>
                <a:lnTo>
                  <a:pt x="508233" y="500537"/>
                </a:lnTo>
                <a:lnTo>
                  <a:pt x="543058" y="467168"/>
                </a:lnTo>
                <a:lnTo>
                  <a:pt x="578584" y="434950"/>
                </a:lnTo>
                <a:lnTo>
                  <a:pt x="614788" y="403882"/>
                </a:lnTo>
                <a:lnTo>
                  <a:pt x="651643" y="373965"/>
                </a:lnTo>
                <a:lnTo>
                  <a:pt x="689126" y="345198"/>
                </a:lnTo>
                <a:lnTo>
                  <a:pt x="727212" y="317582"/>
                </a:lnTo>
                <a:lnTo>
                  <a:pt x="765876" y="291117"/>
                </a:lnTo>
                <a:lnTo>
                  <a:pt x="805093" y="265802"/>
                </a:lnTo>
                <a:lnTo>
                  <a:pt x="844840" y="241638"/>
                </a:lnTo>
                <a:lnTo>
                  <a:pt x="885091" y="218625"/>
                </a:lnTo>
                <a:lnTo>
                  <a:pt x="925822" y="196763"/>
                </a:lnTo>
                <a:lnTo>
                  <a:pt x="967008" y="176051"/>
                </a:lnTo>
                <a:lnTo>
                  <a:pt x="1008625" y="156489"/>
                </a:lnTo>
                <a:lnTo>
                  <a:pt x="1050648" y="138079"/>
                </a:lnTo>
                <a:lnTo>
                  <a:pt x="1093053" y="120819"/>
                </a:lnTo>
                <a:lnTo>
                  <a:pt x="1135814" y="104710"/>
                </a:lnTo>
                <a:lnTo>
                  <a:pt x="1178907" y="89751"/>
                </a:lnTo>
                <a:lnTo>
                  <a:pt x="1222308" y="75943"/>
                </a:lnTo>
                <a:lnTo>
                  <a:pt x="1265992" y="63286"/>
                </a:lnTo>
                <a:lnTo>
                  <a:pt x="1309934" y="51779"/>
                </a:lnTo>
                <a:lnTo>
                  <a:pt x="1354110" y="41423"/>
                </a:lnTo>
                <a:lnTo>
                  <a:pt x="1398496" y="32218"/>
                </a:lnTo>
                <a:lnTo>
                  <a:pt x="1443065" y="24163"/>
                </a:lnTo>
                <a:lnTo>
                  <a:pt x="1487795" y="17259"/>
                </a:lnTo>
                <a:lnTo>
                  <a:pt x="1532660" y="11506"/>
                </a:lnTo>
                <a:lnTo>
                  <a:pt x="1577636" y="6903"/>
                </a:lnTo>
                <a:lnTo>
                  <a:pt x="1622698" y="3451"/>
                </a:lnTo>
                <a:lnTo>
                  <a:pt x="1667821" y="1150"/>
                </a:lnTo>
                <a:lnTo>
                  <a:pt x="1712982" y="0"/>
                </a:lnTo>
                <a:lnTo>
                  <a:pt x="1758155" y="0"/>
                </a:lnTo>
                <a:lnTo>
                  <a:pt x="1803315" y="1150"/>
                </a:lnTo>
                <a:lnTo>
                  <a:pt x="1848438" y="3451"/>
                </a:lnTo>
                <a:lnTo>
                  <a:pt x="1893500" y="6903"/>
                </a:lnTo>
                <a:lnTo>
                  <a:pt x="1938476" y="11506"/>
                </a:lnTo>
                <a:lnTo>
                  <a:pt x="1983341" y="17259"/>
                </a:lnTo>
                <a:lnTo>
                  <a:pt x="2028071" y="24163"/>
                </a:lnTo>
                <a:lnTo>
                  <a:pt x="2072641" y="32218"/>
                </a:lnTo>
                <a:lnTo>
                  <a:pt x="2117026" y="41423"/>
                </a:lnTo>
                <a:lnTo>
                  <a:pt x="2161202" y="51779"/>
                </a:lnTo>
                <a:lnTo>
                  <a:pt x="2205144" y="63286"/>
                </a:lnTo>
                <a:lnTo>
                  <a:pt x="2248828" y="75943"/>
                </a:lnTo>
                <a:lnTo>
                  <a:pt x="2292229" y="89751"/>
                </a:lnTo>
                <a:lnTo>
                  <a:pt x="2335323" y="104710"/>
                </a:lnTo>
                <a:lnTo>
                  <a:pt x="2378084" y="120819"/>
                </a:lnTo>
                <a:lnTo>
                  <a:pt x="2420488" y="138079"/>
                </a:lnTo>
                <a:lnTo>
                  <a:pt x="2462511" y="156489"/>
                </a:lnTo>
                <a:lnTo>
                  <a:pt x="2504128" y="176051"/>
                </a:lnTo>
                <a:lnTo>
                  <a:pt x="2545314" y="196763"/>
                </a:lnTo>
                <a:lnTo>
                  <a:pt x="2586045" y="218625"/>
                </a:lnTo>
                <a:lnTo>
                  <a:pt x="2626297" y="241638"/>
                </a:lnTo>
                <a:lnTo>
                  <a:pt x="2666043" y="265802"/>
                </a:lnTo>
                <a:lnTo>
                  <a:pt x="2705261" y="291117"/>
                </a:lnTo>
                <a:lnTo>
                  <a:pt x="2743925" y="317582"/>
                </a:lnTo>
                <a:lnTo>
                  <a:pt x="2782011" y="345198"/>
                </a:lnTo>
                <a:lnTo>
                  <a:pt x="2819494" y="373965"/>
                </a:lnTo>
                <a:lnTo>
                  <a:pt x="2856349" y="403882"/>
                </a:lnTo>
                <a:lnTo>
                  <a:pt x="2892553" y="434950"/>
                </a:lnTo>
                <a:lnTo>
                  <a:pt x="2928079" y="467168"/>
                </a:lnTo>
                <a:lnTo>
                  <a:pt x="2962904" y="500537"/>
                </a:lnTo>
                <a:close/>
              </a:path>
            </a:pathLst>
          </a:custGeom>
          <a:ln w="11430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86261" y="1196562"/>
            <a:ext cx="2939415" cy="2894965"/>
          </a:xfrm>
          <a:custGeom>
            <a:avLst/>
            <a:gdLst/>
            <a:ahLst/>
            <a:cxnLst/>
            <a:rect l="l" t="t" r="r" b="b"/>
            <a:pathLst>
              <a:path w="2939415" h="2894965">
                <a:moveTo>
                  <a:pt x="2508773" y="423920"/>
                </a:moveTo>
                <a:lnTo>
                  <a:pt x="2542519" y="458249"/>
                </a:lnTo>
                <a:lnTo>
                  <a:pt x="2574888" y="493388"/>
                </a:lnTo>
                <a:lnTo>
                  <a:pt x="2605879" y="529302"/>
                </a:lnTo>
                <a:lnTo>
                  <a:pt x="2635493" y="565957"/>
                </a:lnTo>
                <a:lnTo>
                  <a:pt x="2663730" y="603321"/>
                </a:lnTo>
                <a:lnTo>
                  <a:pt x="2690589" y="641359"/>
                </a:lnTo>
                <a:lnTo>
                  <a:pt x="2716071" y="680037"/>
                </a:lnTo>
                <a:lnTo>
                  <a:pt x="2740175" y="719323"/>
                </a:lnTo>
                <a:lnTo>
                  <a:pt x="2762903" y="759181"/>
                </a:lnTo>
                <a:lnTo>
                  <a:pt x="2784252" y="799579"/>
                </a:lnTo>
                <a:lnTo>
                  <a:pt x="2804224" y="840483"/>
                </a:lnTo>
                <a:lnTo>
                  <a:pt x="2822819" y="881859"/>
                </a:lnTo>
                <a:lnTo>
                  <a:pt x="2840037" y="923673"/>
                </a:lnTo>
                <a:lnTo>
                  <a:pt x="2855877" y="965891"/>
                </a:lnTo>
                <a:lnTo>
                  <a:pt x="2870340" y="1008480"/>
                </a:lnTo>
                <a:lnTo>
                  <a:pt x="2883425" y="1051407"/>
                </a:lnTo>
                <a:lnTo>
                  <a:pt x="2895133" y="1094637"/>
                </a:lnTo>
                <a:lnTo>
                  <a:pt x="2905463" y="1138136"/>
                </a:lnTo>
                <a:lnTo>
                  <a:pt x="2914416" y="1181872"/>
                </a:lnTo>
                <a:lnTo>
                  <a:pt x="2921992" y="1225810"/>
                </a:lnTo>
                <a:lnTo>
                  <a:pt x="2928190" y="1269916"/>
                </a:lnTo>
                <a:lnTo>
                  <a:pt x="2933011" y="1314158"/>
                </a:lnTo>
                <a:lnTo>
                  <a:pt x="2936455" y="1358500"/>
                </a:lnTo>
                <a:lnTo>
                  <a:pt x="2938521" y="1402910"/>
                </a:lnTo>
                <a:lnTo>
                  <a:pt x="2939209" y="1447354"/>
                </a:lnTo>
                <a:lnTo>
                  <a:pt x="2938521" y="1491797"/>
                </a:lnTo>
                <a:lnTo>
                  <a:pt x="2936455" y="1536207"/>
                </a:lnTo>
                <a:lnTo>
                  <a:pt x="2933011" y="1580550"/>
                </a:lnTo>
                <a:lnTo>
                  <a:pt x="2928190" y="1624791"/>
                </a:lnTo>
                <a:lnTo>
                  <a:pt x="2921992" y="1668897"/>
                </a:lnTo>
                <a:lnTo>
                  <a:pt x="2914416" y="1712835"/>
                </a:lnTo>
                <a:lnTo>
                  <a:pt x="2905463" y="1756571"/>
                </a:lnTo>
                <a:lnTo>
                  <a:pt x="2895133" y="1800070"/>
                </a:lnTo>
                <a:lnTo>
                  <a:pt x="2883425" y="1843300"/>
                </a:lnTo>
                <a:lnTo>
                  <a:pt x="2870340" y="1886227"/>
                </a:lnTo>
                <a:lnTo>
                  <a:pt x="2855877" y="1928816"/>
                </a:lnTo>
                <a:lnTo>
                  <a:pt x="2840037" y="1971035"/>
                </a:lnTo>
                <a:lnTo>
                  <a:pt x="2822819" y="2012849"/>
                </a:lnTo>
                <a:lnTo>
                  <a:pt x="2804224" y="2054224"/>
                </a:lnTo>
                <a:lnTo>
                  <a:pt x="2784252" y="2095128"/>
                </a:lnTo>
                <a:lnTo>
                  <a:pt x="2762903" y="2135526"/>
                </a:lnTo>
                <a:lnTo>
                  <a:pt x="2740175" y="2175384"/>
                </a:lnTo>
                <a:lnTo>
                  <a:pt x="2716071" y="2214669"/>
                </a:lnTo>
                <a:lnTo>
                  <a:pt x="2690589" y="2253348"/>
                </a:lnTo>
                <a:lnTo>
                  <a:pt x="2663730" y="2291386"/>
                </a:lnTo>
                <a:lnTo>
                  <a:pt x="2635493" y="2328750"/>
                </a:lnTo>
                <a:lnTo>
                  <a:pt x="2605879" y="2365405"/>
                </a:lnTo>
                <a:lnTo>
                  <a:pt x="2574888" y="2401319"/>
                </a:lnTo>
                <a:lnTo>
                  <a:pt x="2542519" y="2436458"/>
                </a:lnTo>
                <a:lnTo>
                  <a:pt x="2508773" y="2470787"/>
                </a:lnTo>
                <a:lnTo>
                  <a:pt x="2473916" y="2504022"/>
                </a:lnTo>
                <a:lnTo>
                  <a:pt x="2438237" y="2535901"/>
                </a:lnTo>
                <a:lnTo>
                  <a:pt x="2401771" y="2566424"/>
                </a:lnTo>
                <a:lnTo>
                  <a:pt x="2364551" y="2595589"/>
                </a:lnTo>
                <a:lnTo>
                  <a:pt x="2326613" y="2623398"/>
                </a:lnTo>
                <a:lnTo>
                  <a:pt x="2287991" y="2649851"/>
                </a:lnTo>
                <a:lnTo>
                  <a:pt x="2248717" y="2674947"/>
                </a:lnTo>
                <a:lnTo>
                  <a:pt x="2208828" y="2698687"/>
                </a:lnTo>
                <a:lnTo>
                  <a:pt x="2168357" y="2721070"/>
                </a:lnTo>
                <a:lnTo>
                  <a:pt x="2127338" y="2742096"/>
                </a:lnTo>
                <a:lnTo>
                  <a:pt x="2085805" y="2761766"/>
                </a:lnTo>
                <a:lnTo>
                  <a:pt x="2043794" y="2780080"/>
                </a:lnTo>
                <a:lnTo>
                  <a:pt x="2001337" y="2797036"/>
                </a:lnTo>
                <a:lnTo>
                  <a:pt x="1958469" y="2812637"/>
                </a:lnTo>
                <a:lnTo>
                  <a:pt x="1915225" y="2826880"/>
                </a:lnTo>
                <a:lnTo>
                  <a:pt x="1871639" y="2839768"/>
                </a:lnTo>
                <a:lnTo>
                  <a:pt x="1827744" y="2851298"/>
                </a:lnTo>
                <a:lnTo>
                  <a:pt x="1783576" y="2861472"/>
                </a:lnTo>
                <a:lnTo>
                  <a:pt x="1739168" y="2870290"/>
                </a:lnTo>
                <a:lnTo>
                  <a:pt x="1694554" y="2877751"/>
                </a:lnTo>
                <a:lnTo>
                  <a:pt x="1649770" y="2883855"/>
                </a:lnTo>
                <a:lnTo>
                  <a:pt x="1604848" y="2888603"/>
                </a:lnTo>
                <a:lnTo>
                  <a:pt x="1559824" y="2891995"/>
                </a:lnTo>
                <a:lnTo>
                  <a:pt x="1514732" y="2894029"/>
                </a:lnTo>
                <a:lnTo>
                  <a:pt x="1469605" y="2894708"/>
                </a:lnTo>
                <a:lnTo>
                  <a:pt x="1424478" y="2894029"/>
                </a:lnTo>
                <a:lnTo>
                  <a:pt x="1379385" y="2891995"/>
                </a:lnTo>
                <a:lnTo>
                  <a:pt x="1334361" y="2888603"/>
                </a:lnTo>
                <a:lnTo>
                  <a:pt x="1289440" y="2883855"/>
                </a:lnTo>
                <a:lnTo>
                  <a:pt x="1244655" y="2877751"/>
                </a:lnTo>
                <a:lnTo>
                  <a:pt x="1200042" y="2870290"/>
                </a:lnTo>
                <a:lnTo>
                  <a:pt x="1155634" y="2861472"/>
                </a:lnTo>
                <a:lnTo>
                  <a:pt x="1111465" y="2851298"/>
                </a:lnTo>
                <a:lnTo>
                  <a:pt x="1067571" y="2839768"/>
                </a:lnTo>
                <a:lnTo>
                  <a:pt x="1023984" y="2826880"/>
                </a:lnTo>
                <a:lnTo>
                  <a:pt x="980740" y="2812637"/>
                </a:lnTo>
                <a:lnTo>
                  <a:pt x="937873" y="2797036"/>
                </a:lnTo>
                <a:lnTo>
                  <a:pt x="895416" y="2780080"/>
                </a:lnTo>
                <a:lnTo>
                  <a:pt x="853404" y="2761766"/>
                </a:lnTo>
                <a:lnTo>
                  <a:pt x="811872" y="2742096"/>
                </a:lnTo>
                <a:lnTo>
                  <a:pt x="770853" y="2721070"/>
                </a:lnTo>
                <a:lnTo>
                  <a:pt x="730381" y="2698687"/>
                </a:lnTo>
                <a:lnTo>
                  <a:pt x="690492" y="2674947"/>
                </a:lnTo>
                <a:lnTo>
                  <a:pt x="651219" y="2649851"/>
                </a:lnTo>
                <a:lnTo>
                  <a:pt x="612596" y="2623398"/>
                </a:lnTo>
                <a:lnTo>
                  <a:pt x="574658" y="2595589"/>
                </a:lnTo>
                <a:lnTo>
                  <a:pt x="537439" y="2566424"/>
                </a:lnTo>
                <a:lnTo>
                  <a:pt x="500973" y="2535901"/>
                </a:lnTo>
                <a:lnTo>
                  <a:pt x="465294" y="2504022"/>
                </a:lnTo>
                <a:lnTo>
                  <a:pt x="430437" y="2470787"/>
                </a:lnTo>
                <a:lnTo>
                  <a:pt x="396691" y="2436458"/>
                </a:lnTo>
                <a:lnTo>
                  <a:pt x="364322" y="2401319"/>
                </a:lnTo>
                <a:lnTo>
                  <a:pt x="333330" y="2365405"/>
                </a:lnTo>
                <a:lnTo>
                  <a:pt x="303716" y="2328750"/>
                </a:lnTo>
                <a:lnTo>
                  <a:pt x="275479" y="2291386"/>
                </a:lnTo>
                <a:lnTo>
                  <a:pt x="248620" y="2253348"/>
                </a:lnTo>
                <a:lnTo>
                  <a:pt x="223138" y="2214669"/>
                </a:lnTo>
                <a:lnTo>
                  <a:pt x="199034" y="2175384"/>
                </a:lnTo>
                <a:lnTo>
                  <a:pt x="176307" y="2135526"/>
                </a:lnTo>
                <a:lnTo>
                  <a:pt x="154957" y="2095128"/>
                </a:lnTo>
                <a:lnTo>
                  <a:pt x="134985" y="2054224"/>
                </a:lnTo>
                <a:lnTo>
                  <a:pt x="116390" y="2012849"/>
                </a:lnTo>
                <a:lnTo>
                  <a:pt x="99172" y="1971035"/>
                </a:lnTo>
                <a:lnTo>
                  <a:pt x="83332" y="1928816"/>
                </a:lnTo>
                <a:lnTo>
                  <a:pt x="68869" y="1886227"/>
                </a:lnTo>
                <a:lnTo>
                  <a:pt x="55784" y="1843300"/>
                </a:lnTo>
                <a:lnTo>
                  <a:pt x="44076" y="1800070"/>
                </a:lnTo>
                <a:lnTo>
                  <a:pt x="33746" y="1756571"/>
                </a:lnTo>
                <a:lnTo>
                  <a:pt x="24793" y="1712835"/>
                </a:lnTo>
                <a:lnTo>
                  <a:pt x="17217" y="1668897"/>
                </a:lnTo>
                <a:lnTo>
                  <a:pt x="11019" y="1624791"/>
                </a:lnTo>
                <a:lnTo>
                  <a:pt x="6198" y="1580550"/>
                </a:lnTo>
                <a:lnTo>
                  <a:pt x="2754" y="1536207"/>
                </a:lnTo>
                <a:lnTo>
                  <a:pt x="688" y="1491797"/>
                </a:lnTo>
                <a:lnTo>
                  <a:pt x="0" y="1447354"/>
                </a:lnTo>
                <a:lnTo>
                  <a:pt x="688" y="1402910"/>
                </a:lnTo>
                <a:lnTo>
                  <a:pt x="2754" y="1358500"/>
                </a:lnTo>
                <a:lnTo>
                  <a:pt x="6198" y="1314158"/>
                </a:lnTo>
                <a:lnTo>
                  <a:pt x="11019" y="1269916"/>
                </a:lnTo>
                <a:lnTo>
                  <a:pt x="17217" y="1225810"/>
                </a:lnTo>
                <a:lnTo>
                  <a:pt x="24793" y="1181872"/>
                </a:lnTo>
                <a:lnTo>
                  <a:pt x="33746" y="1138136"/>
                </a:lnTo>
                <a:lnTo>
                  <a:pt x="44076" y="1094637"/>
                </a:lnTo>
                <a:lnTo>
                  <a:pt x="55784" y="1051407"/>
                </a:lnTo>
                <a:lnTo>
                  <a:pt x="68869" y="1008480"/>
                </a:lnTo>
                <a:lnTo>
                  <a:pt x="83332" y="965891"/>
                </a:lnTo>
                <a:lnTo>
                  <a:pt x="99172" y="923673"/>
                </a:lnTo>
                <a:lnTo>
                  <a:pt x="116390" y="881859"/>
                </a:lnTo>
                <a:lnTo>
                  <a:pt x="134985" y="840483"/>
                </a:lnTo>
                <a:lnTo>
                  <a:pt x="154957" y="799579"/>
                </a:lnTo>
                <a:lnTo>
                  <a:pt x="176307" y="759181"/>
                </a:lnTo>
                <a:lnTo>
                  <a:pt x="199034" y="719323"/>
                </a:lnTo>
                <a:lnTo>
                  <a:pt x="223138" y="680037"/>
                </a:lnTo>
                <a:lnTo>
                  <a:pt x="248620" y="641359"/>
                </a:lnTo>
                <a:lnTo>
                  <a:pt x="275479" y="603321"/>
                </a:lnTo>
                <a:lnTo>
                  <a:pt x="303716" y="565957"/>
                </a:lnTo>
                <a:lnTo>
                  <a:pt x="333330" y="529302"/>
                </a:lnTo>
                <a:lnTo>
                  <a:pt x="364322" y="493388"/>
                </a:lnTo>
                <a:lnTo>
                  <a:pt x="396691" y="458249"/>
                </a:lnTo>
                <a:lnTo>
                  <a:pt x="430437" y="423920"/>
                </a:lnTo>
                <a:lnTo>
                  <a:pt x="465294" y="390684"/>
                </a:lnTo>
                <a:lnTo>
                  <a:pt x="500973" y="358806"/>
                </a:lnTo>
                <a:lnTo>
                  <a:pt x="537439" y="328283"/>
                </a:lnTo>
                <a:lnTo>
                  <a:pt x="574658" y="299118"/>
                </a:lnTo>
                <a:lnTo>
                  <a:pt x="612596" y="271308"/>
                </a:lnTo>
                <a:lnTo>
                  <a:pt x="651219" y="244856"/>
                </a:lnTo>
                <a:lnTo>
                  <a:pt x="690492" y="219760"/>
                </a:lnTo>
                <a:lnTo>
                  <a:pt x="730381" y="196020"/>
                </a:lnTo>
                <a:lnTo>
                  <a:pt x="770853" y="173637"/>
                </a:lnTo>
                <a:lnTo>
                  <a:pt x="811872" y="152611"/>
                </a:lnTo>
                <a:lnTo>
                  <a:pt x="853404" y="132941"/>
                </a:lnTo>
                <a:lnTo>
                  <a:pt x="895416" y="114628"/>
                </a:lnTo>
                <a:lnTo>
                  <a:pt x="937873" y="97671"/>
                </a:lnTo>
                <a:lnTo>
                  <a:pt x="980740" y="82070"/>
                </a:lnTo>
                <a:lnTo>
                  <a:pt x="1023984" y="67827"/>
                </a:lnTo>
                <a:lnTo>
                  <a:pt x="1067571" y="54940"/>
                </a:lnTo>
                <a:lnTo>
                  <a:pt x="1111465" y="43409"/>
                </a:lnTo>
                <a:lnTo>
                  <a:pt x="1155634" y="33235"/>
                </a:lnTo>
                <a:lnTo>
                  <a:pt x="1200042" y="24417"/>
                </a:lnTo>
                <a:lnTo>
                  <a:pt x="1244655" y="16956"/>
                </a:lnTo>
                <a:lnTo>
                  <a:pt x="1289440" y="10852"/>
                </a:lnTo>
                <a:lnTo>
                  <a:pt x="1334361" y="6104"/>
                </a:lnTo>
                <a:lnTo>
                  <a:pt x="1379385" y="2713"/>
                </a:lnTo>
                <a:lnTo>
                  <a:pt x="1424478" y="678"/>
                </a:lnTo>
                <a:lnTo>
                  <a:pt x="1469605" y="0"/>
                </a:lnTo>
                <a:lnTo>
                  <a:pt x="1514732" y="678"/>
                </a:lnTo>
                <a:lnTo>
                  <a:pt x="1559824" y="2713"/>
                </a:lnTo>
                <a:lnTo>
                  <a:pt x="1604848" y="6104"/>
                </a:lnTo>
                <a:lnTo>
                  <a:pt x="1649770" y="10852"/>
                </a:lnTo>
                <a:lnTo>
                  <a:pt x="1694554" y="16956"/>
                </a:lnTo>
                <a:lnTo>
                  <a:pt x="1739168" y="24417"/>
                </a:lnTo>
                <a:lnTo>
                  <a:pt x="1783576" y="33235"/>
                </a:lnTo>
                <a:lnTo>
                  <a:pt x="1827744" y="43409"/>
                </a:lnTo>
                <a:lnTo>
                  <a:pt x="1871639" y="54940"/>
                </a:lnTo>
                <a:lnTo>
                  <a:pt x="1915225" y="67827"/>
                </a:lnTo>
                <a:lnTo>
                  <a:pt x="1958469" y="82070"/>
                </a:lnTo>
                <a:lnTo>
                  <a:pt x="2001337" y="97671"/>
                </a:lnTo>
                <a:lnTo>
                  <a:pt x="2043794" y="114628"/>
                </a:lnTo>
                <a:lnTo>
                  <a:pt x="2085805" y="132941"/>
                </a:lnTo>
                <a:lnTo>
                  <a:pt x="2127338" y="152611"/>
                </a:lnTo>
                <a:lnTo>
                  <a:pt x="2168357" y="173637"/>
                </a:lnTo>
                <a:lnTo>
                  <a:pt x="2208828" y="196020"/>
                </a:lnTo>
                <a:lnTo>
                  <a:pt x="2248717" y="219760"/>
                </a:lnTo>
                <a:lnTo>
                  <a:pt x="2287991" y="244856"/>
                </a:lnTo>
                <a:lnTo>
                  <a:pt x="2326613" y="271308"/>
                </a:lnTo>
                <a:lnTo>
                  <a:pt x="2364551" y="299118"/>
                </a:lnTo>
                <a:lnTo>
                  <a:pt x="2401771" y="328283"/>
                </a:lnTo>
                <a:lnTo>
                  <a:pt x="2438237" y="358806"/>
                </a:lnTo>
                <a:lnTo>
                  <a:pt x="2473916" y="390684"/>
                </a:lnTo>
                <a:lnTo>
                  <a:pt x="2508773" y="423920"/>
                </a:lnTo>
                <a:close/>
              </a:path>
            </a:pathLst>
          </a:custGeom>
          <a:ln w="11430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63900" y="1892300"/>
            <a:ext cx="2326640" cy="146050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ctr">
              <a:lnSpc>
                <a:spcPct val="104200"/>
              </a:lnSpc>
              <a:spcBef>
                <a:spcPts val="145"/>
              </a:spcBef>
            </a:pPr>
            <a:r>
              <a:rPr sz="3000" dirty="0">
                <a:solidFill>
                  <a:srgbClr val="525252"/>
                </a:solidFill>
                <a:latin typeface="Arial Rounded MT Bold"/>
                <a:cs typeface="Arial Rounded MT Bold"/>
              </a:rPr>
              <a:t>Me</a:t>
            </a:r>
            <a:r>
              <a:rPr sz="3000" spc="-75" dirty="0">
                <a:solidFill>
                  <a:srgbClr val="525252"/>
                </a:solidFill>
                <a:latin typeface="Arial Rounded MT Bold"/>
                <a:cs typeface="Arial Rounded MT Bold"/>
              </a:rPr>
              <a:t>c</a:t>
            </a:r>
            <a:r>
              <a:rPr sz="3000" dirty="0">
                <a:solidFill>
                  <a:srgbClr val="525252"/>
                </a:solidFill>
                <a:latin typeface="Arial Rounded MT Bold"/>
                <a:cs typeface="Arial Rounded MT Bold"/>
              </a:rPr>
              <a:t>hanis</a:t>
            </a:r>
            <a:r>
              <a:rPr sz="3000" spc="-5" dirty="0">
                <a:solidFill>
                  <a:srgbClr val="525252"/>
                </a:solidFill>
                <a:latin typeface="Arial Rounded MT Bold"/>
                <a:cs typeface="Arial Rounded MT Bold"/>
              </a:rPr>
              <a:t>m</a:t>
            </a:r>
            <a:r>
              <a:rPr sz="3000" dirty="0">
                <a:solidFill>
                  <a:srgbClr val="525252"/>
                </a:solidFill>
                <a:latin typeface="Arial Rounded MT Bold"/>
                <a:cs typeface="Arial Rounded MT Bold"/>
              </a:rPr>
              <a:t>s  </a:t>
            </a:r>
            <a:r>
              <a:rPr sz="3000" spc="-15" dirty="0">
                <a:solidFill>
                  <a:srgbClr val="525252"/>
                </a:solidFill>
                <a:latin typeface="Arial Rounded MT Bold"/>
                <a:cs typeface="Arial Rounded MT Bold"/>
              </a:rPr>
              <a:t>for </a:t>
            </a:r>
            <a:r>
              <a:rPr sz="3000" spc="-20" dirty="0">
                <a:solidFill>
                  <a:srgbClr val="525252"/>
                </a:solidFill>
                <a:latin typeface="Arial Rounded MT Bold"/>
                <a:cs typeface="Arial Rounded MT Bold"/>
              </a:rPr>
              <a:t>evading  </a:t>
            </a:r>
            <a:r>
              <a:rPr sz="3000" spc="-5" dirty="0">
                <a:solidFill>
                  <a:srgbClr val="525252"/>
                </a:solidFill>
                <a:latin typeface="Arial Rounded MT Bold"/>
                <a:cs typeface="Arial Rounded MT Bold"/>
              </a:rPr>
              <a:t>detection</a:t>
            </a:r>
            <a:endParaRPr sz="3000">
              <a:latin typeface="Arial Rounded MT Bold"/>
              <a:cs typeface="Arial Rounded MT Bol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02292" y="749358"/>
            <a:ext cx="5685155" cy="776605"/>
          </a:xfrm>
          <a:custGeom>
            <a:avLst/>
            <a:gdLst/>
            <a:ahLst/>
            <a:cxnLst/>
            <a:rect l="l" t="t" r="r" b="b"/>
            <a:pathLst>
              <a:path w="5685155" h="776605">
                <a:moveTo>
                  <a:pt x="0" y="0"/>
                </a:moveTo>
                <a:lnTo>
                  <a:pt x="5684859" y="0"/>
                </a:lnTo>
                <a:lnTo>
                  <a:pt x="5684859" y="776070"/>
                </a:lnTo>
                <a:lnTo>
                  <a:pt x="0" y="776070"/>
                </a:lnTo>
                <a:lnTo>
                  <a:pt x="0" y="0"/>
                </a:lnTo>
                <a:close/>
              </a:path>
            </a:pathLst>
          </a:custGeom>
          <a:solidFill>
            <a:srgbClr val="007E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02292" y="749358"/>
            <a:ext cx="5685155" cy="776605"/>
          </a:xfrm>
          <a:custGeom>
            <a:avLst/>
            <a:gdLst/>
            <a:ahLst/>
            <a:cxnLst/>
            <a:rect l="l" t="t" r="r" b="b"/>
            <a:pathLst>
              <a:path w="5685155" h="776605">
                <a:moveTo>
                  <a:pt x="0" y="0"/>
                </a:moveTo>
                <a:lnTo>
                  <a:pt x="5684857" y="0"/>
                </a:lnTo>
                <a:lnTo>
                  <a:pt x="5684857" y="776070"/>
                </a:lnTo>
                <a:lnTo>
                  <a:pt x="0" y="77607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83300" y="914400"/>
            <a:ext cx="42519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FFFFFF"/>
                </a:solidFill>
                <a:latin typeface="Arial Rounded MT Bold"/>
                <a:cs typeface="Arial Rounded MT Bold"/>
              </a:rPr>
              <a:t>Detect </a:t>
            </a:r>
            <a:r>
              <a:rPr sz="2800" spc="-20" dirty="0">
                <a:solidFill>
                  <a:srgbClr val="FFFFFF"/>
                </a:solidFill>
                <a:latin typeface="Arial Rounded MT Bold"/>
                <a:cs typeface="Arial Rounded MT Bold"/>
              </a:rPr>
              <a:t>Android</a:t>
            </a:r>
            <a:r>
              <a:rPr sz="2800" spc="-50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Arial Rounded MT Bold"/>
                <a:cs typeface="Arial Rounded MT Bold"/>
              </a:rPr>
              <a:t>emulator</a:t>
            </a:r>
            <a:endParaRPr sz="2800">
              <a:latin typeface="Arial Rounded MT Bold"/>
              <a:cs typeface="Arial Rounded MT Bold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28315" y="635448"/>
            <a:ext cx="1122045" cy="1104900"/>
          </a:xfrm>
          <a:custGeom>
            <a:avLst/>
            <a:gdLst/>
            <a:ahLst/>
            <a:cxnLst/>
            <a:rect l="l" t="t" r="r" b="b"/>
            <a:pathLst>
              <a:path w="1122045" h="1104900">
                <a:moveTo>
                  <a:pt x="583681" y="0"/>
                </a:moveTo>
                <a:lnTo>
                  <a:pt x="538316" y="0"/>
                </a:lnTo>
                <a:lnTo>
                  <a:pt x="493069" y="3588"/>
                </a:lnTo>
                <a:lnTo>
                  <a:pt x="448181" y="10766"/>
                </a:lnTo>
                <a:lnTo>
                  <a:pt x="403888" y="21532"/>
                </a:lnTo>
                <a:lnTo>
                  <a:pt x="360429" y="35887"/>
                </a:lnTo>
                <a:lnTo>
                  <a:pt x="318043" y="53830"/>
                </a:lnTo>
                <a:lnTo>
                  <a:pt x="276968" y="75362"/>
                </a:lnTo>
                <a:lnTo>
                  <a:pt x="237441" y="100483"/>
                </a:lnTo>
                <a:lnTo>
                  <a:pt x="199703" y="129193"/>
                </a:lnTo>
                <a:lnTo>
                  <a:pt x="163990" y="161491"/>
                </a:lnTo>
                <a:lnTo>
                  <a:pt x="131192" y="196660"/>
                </a:lnTo>
                <a:lnTo>
                  <a:pt x="102038" y="233823"/>
                </a:lnTo>
                <a:lnTo>
                  <a:pt x="76529" y="272747"/>
                </a:lnTo>
                <a:lnTo>
                  <a:pt x="54663" y="313196"/>
                </a:lnTo>
                <a:lnTo>
                  <a:pt x="36442" y="354936"/>
                </a:lnTo>
                <a:lnTo>
                  <a:pt x="21865" y="397733"/>
                </a:lnTo>
                <a:lnTo>
                  <a:pt x="10932" y="441351"/>
                </a:lnTo>
                <a:lnTo>
                  <a:pt x="3644" y="485555"/>
                </a:lnTo>
                <a:lnTo>
                  <a:pt x="0" y="530112"/>
                </a:lnTo>
                <a:lnTo>
                  <a:pt x="0" y="574786"/>
                </a:lnTo>
                <a:lnTo>
                  <a:pt x="3644" y="619343"/>
                </a:lnTo>
                <a:lnTo>
                  <a:pt x="10932" y="663548"/>
                </a:lnTo>
                <a:lnTo>
                  <a:pt x="21865" y="707166"/>
                </a:lnTo>
                <a:lnTo>
                  <a:pt x="36442" y="749962"/>
                </a:lnTo>
                <a:lnTo>
                  <a:pt x="54663" y="791702"/>
                </a:lnTo>
                <a:lnTo>
                  <a:pt x="76529" y="832152"/>
                </a:lnTo>
                <a:lnTo>
                  <a:pt x="102038" y="871075"/>
                </a:lnTo>
                <a:lnTo>
                  <a:pt x="131192" y="908239"/>
                </a:lnTo>
                <a:lnTo>
                  <a:pt x="163990" y="943407"/>
                </a:lnTo>
                <a:lnTo>
                  <a:pt x="199703" y="975705"/>
                </a:lnTo>
                <a:lnTo>
                  <a:pt x="237441" y="1004415"/>
                </a:lnTo>
                <a:lnTo>
                  <a:pt x="276968" y="1029536"/>
                </a:lnTo>
                <a:lnTo>
                  <a:pt x="318043" y="1051068"/>
                </a:lnTo>
                <a:lnTo>
                  <a:pt x="360429" y="1069011"/>
                </a:lnTo>
                <a:lnTo>
                  <a:pt x="403888" y="1083366"/>
                </a:lnTo>
                <a:lnTo>
                  <a:pt x="448181" y="1094132"/>
                </a:lnTo>
                <a:lnTo>
                  <a:pt x="493069" y="1101309"/>
                </a:lnTo>
                <a:lnTo>
                  <a:pt x="538316" y="1104898"/>
                </a:lnTo>
                <a:lnTo>
                  <a:pt x="583681" y="1104898"/>
                </a:lnTo>
                <a:lnTo>
                  <a:pt x="628927" y="1101309"/>
                </a:lnTo>
                <a:lnTo>
                  <a:pt x="673816" y="1094132"/>
                </a:lnTo>
                <a:lnTo>
                  <a:pt x="718109" y="1083366"/>
                </a:lnTo>
                <a:lnTo>
                  <a:pt x="761568" y="1069011"/>
                </a:lnTo>
                <a:lnTo>
                  <a:pt x="803954" y="1051068"/>
                </a:lnTo>
                <a:lnTo>
                  <a:pt x="845029" y="1029536"/>
                </a:lnTo>
                <a:lnTo>
                  <a:pt x="884555" y="1004415"/>
                </a:lnTo>
                <a:lnTo>
                  <a:pt x="922293" y="975705"/>
                </a:lnTo>
                <a:lnTo>
                  <a:pt x="958006" y="943407"/>
                </a:lnTo>
                <a:lnTo>
                  <a:pt x="990804" y="908239"/>
                </a:lnTo>
                <a:lnTo>
                  <a:pt x="1019958" y="871075"/>
                </a:lnTo>
                <a:lnTo>
                  <a:pt x="1045467" y="832152"/>
                </a:lnTo>
                <a:lnTo>
                  <a:pt x="1067333" y="791702"/>
                </a:lnTo>
                <a:lnTo>
                  <a:pt x="1085554" y="749962"/>
                </a:lnTo>
                <a:lnTo>
                  <a:pt x="1100131" y="707166"/>
                </a:lnTo>
                <a:lnTo>
                  <a:pt x="1111064" y="663548"/>
                </a:lnTo>
                <a:lnTo>
                  <a:pt x="1118352" y="619343"/>
                </a:lnTo>
                <a:lnTo>
                  <a:pt x="1121996" y="574786"/>
                </a:lnTo>
                <a:lnTo>
                  <a:pt x="1121996" y="530112"/>
                </a:lnTo>
                <a:lnTo>
                  <a:pt x="1118352" y="485555"/>
                </a:lnTo>
                <a:lnTo>
                  <a:pt x="1111064" y="441351"/>
                </a:lnTo>
                <a:lnTo>
                  <a:pt x="1100131" y="397733"/>
                </a:lnTo>
                <a:lnTo>
                  <a:pt x="1085554" y="354936"/>
                </a:lnTo>
                <a:lnTo>
                  <a:pt x="1067333" y="313196"/>
                </a:lnTo>
                <a:lnTo>
                  <a:pt x="1045467" y="272747"/>
                </a:lnTo>
                <a:lnTo>
                  <a:pt x="1019958" y="233823"/>
                </a:lnTo>
                <a:lnTo>
                  <a:pt x="990804" y="196660"/>
                </a:lnTo>
                <a:lnTo>
                  <a:pt x="958006" y="161491"/>
                </a:lnTo>
                <a:lnTo>
                  <a:pt x="922293" y="129193"/>
                </a:lnTo>
                <a:lnTo>
                  <a:pt x="884555" y="100483"/>
                </a:lnTo>
                <a:lnTo>
                  <a:pt x="845029" y="75362"/>
                </a:lnTo>
                <a:lnTo>
                  <a:pt x="803954" y="53830"/>
                </a:lnTo>
                <a:lnTo>
                  <a:pt x="761568" y="35887"/>
                </a:lnTo>
                <a:lnTo>
                  <a:pt x="718109" y="21532"/>
                </a:lnTo>
                <a:lnTo>
                  <a:pt x="673816" y="10766"/>
                </a:lnTo>
                <a:lnTo>
                  <a:pt x="628927" y="3588"/>
                </a:lnTo>
                <a:lnTo>
                  <a:pt x="5836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98766" y="704829"/>
            <a:ext cx="981710" cy="966469"/>
          </a:xfrm>
          <a:custGeom>
            <a:avLst/>
            <a:gdLst/>
            <a:ahLst/>
            <a:cxnLst/>
            <a:rect l="l" t="t" r="r" b="b"/>
            <a:pathLst>
              <a:path w="981710" h="966469">
                <a:moveTo>
                  <a:pt x="512719" y="0"/>
                </a:moveTo>
                <a:lnTo>
                  <a:pt x="468377" y="0"/>
                </a:lnTo>
                <a:lnTo>
                  <a:pt x="424181" y="3920"/>
                </a:lnTo>
                <a:lnTo>
                  <a:pt x="380421" y="11761"/>
                </a:lnTo>
                <a:lnTo>
                  <a:pt x="337389" y="23523"/>
                </a:lnTo>
                <a:lnTo>
                  <a:pt x="295375" y="39206"/>
                </a:lnTo>
                <a:lnTo>
                  <a:pt x="254671" y="58809"/>
                </a:lnTo>
                <a:lnTo>
                  <a:pt x="215568" y="82332"/>
                </a:lnTo>
                <a:lnTo>
                  <a:pt x="178356" y="109777"/>
                </a:lnTo>
                <a:lnTo>
                  <a:pt x="143326" y="141141"/>
                </a:lnTo>
                <a:lnTo>
                  <a:pt x="111476" y="175637"/>
                </a:lnTo>
                <a:lnTo>
                  <a:pt x="83607" y="212282"/>
                </a:lnTo>
                <a:lnTo>
                  <a:pt x="59719" y="250789"/>
                </a:lnTo>
                <a:lnTo>
                  <a:pt x="39813" y="290873"/>
                </a:lnTo>
                <a:lnTo>
                  <a:pt x="23887" y="332246"/>
                </a:lnTo>
                <a:lnTo>
                  <a:pt x="11943" y="374623"/>
                </a:lnTo>
                <a:lnTo>
                  <a:pt x="3981" y="417716"/>
                </a:lnTo>
                <a:lnTo>
                  <a:pt x="0" y="461239"/>
                </a:lnTo>
                <a:lnTo>
                  <a:pt x="0" y="504905"/>
                </a:lnTo>
                <a:lnTo>
                  <a:pt x="3981" y="548428"/>
                </a:lnTo>
                <a:lnTo>
                  <a:pt x="11943" y="591521"/>
                </a:lnTo>
                <a:lnTo>
                  <a:pt x="23887" y="633898"/>
                </a:lnTo>
                <a:lnTo>
                  <a:pt x="39813" y="675271"/>
                </a:lnTo>
                <a:lnTo>
                  <a:pt x="59719" y="715355"/>
                </a:lnTo>
                <a:lnTo>
                  <a:pt x="83607" y="753863"/>
                </a:lnTo>
                <a:lnTo>
                  <a:pt x="111476" y="790508"/>
                </a:lnTo>
                <a:lnTo>
                  <a:pt x="143326" y="825003"/>
                </a:lnTo>
                <a:lnTo>
                  <a:pt x="178356" y="856368"/>
                </a:lnTo>
                <a:lnTo>
                  <a:pt x="215568" y="883813"/>
                </a:lnTo>
                <a:lnTo>
                  <a:pt x="254671" y="907336"/>
                </a:lnTo>
                <a:lnTo>
                  <a:pt x="295375" y="926939"/>
                </a:lnTo>
                <a:lnTo>
                  <a:pt x="337389" y="942622"/>
                </a:lnTo>
                <a:lnTo>
                  <a:pt x="380421" y="954383"/>
                </a:lnTo>
                <a:lnTo>
                  <a:pt x="424181" y="962225"/>
                </a:lnTo>
                <a:lnTo>
                  <a:pt x="468377" y="966145"/>
                </a:lnTo>
                <a:lnTo>
                  <a:pt x="512719" y="966145"/>
                </a:lnTo>
                <a:lnTo>
                  <a:pt x="556916" y="962225"/>
                </a:lnTo>
                <a:lnTo>
                  <a:pt x="600675" y="954383"/>
                </a:lnTo>
                <a:lnTo>
                  <a:pt x="643708" y="942622"/>
                </a:lnTo>
                <a:lnTo>
                  <a:pt x="685721" y="926939"/>
                </a:lnTo>
                <a:lnTo>
                  <a:pt x="726426" y="907336"/>
                </a:lnTo>
                <a:lnTo>
                  <a:pt x="765529" y="883813"/>
                </a:lnTo>
                <a:lnTo>
                  <a:pt x="802741" y="856368"/>
                </a:lnTo>
                <a:lnTo>
                  <a:pt x="837770" y="825003"/>
                </a:lnTo>
                <a:lnTo>
                  <a:pt x="869620" y="790508"/>
                </a:lnTo>
                <a:lnTo>
                  <a:pt x="897489" y="753863"/>
                </a:lnTo>
                <a:lnTo>
                  <a:pt x="921377" y="715355"/>
                </a:lnTo>
                <a:lnTo>
                  <a:pt x="941283" y="675271"/>
                </a:lnTo>
                <a:lnTo>
                  <a:pt x="957208" y="633898"/>
                </a:lnTo>
                <a:lnTo>
                  <a:pt x="969152" y="591521"/>
                </a:lnTo>
                <a:lnTo>
                  <a:pt x="977115" y="548428"/>
                </a:lnTo>
                <a:lnTo>
                  <a:pt x="981096" y="504905"/>
                </a:lnTo>
                <a:lnTo>
                  <a:pt x="981096" y="461239"/>
                </a:lnTo>
                <a:lnTo>
                  <a:pt x="977115" y="417716"/>
                </a:lnTo>
                <a:lnTo>
                  <a:pt x="969152" y="374623"/>
                </a:lnTo>
                <a:lnTo>
                  <a:pt x="957208" y="332246"/>
                </a:lnTo>
                <a:lnTo>
                  <a:pt x="941283" y="290873"/>
                </a:lnTo>
                <a:lnTo>
                  <a:pt x="921377" y="250789"/>
                </a:lnTo>
                <a:lnTo>
                  <a:pt x="897489" y="212282"/>
                </a:lnTo>
                <a:lnTo>
                  <a:pt x="869620" y="175637"/>
                </a:lnTo>
                <a:lnTo>
                  <a:pt x="837770" y="141141"/>
                </a:lnTo>
                <a:lnTo>
                  <a:pt x="802741" y="109777"/>
                </a:lnTo>
                <a:lnTo>
                  <a:pt x="765529" y="82332"/>
                </a:lnTo>
                <a:lnTo>
                  <a:pt x="726426" y="58809"/>
                </a:lnTo>
                <a:lnTo>
                  <a:pt x="685721" y="39206"/>
                </a:lnTo>
                <a:lnTo>
                  <a:pt x="643708" y="23523"/>
                </a:lnTo>
                <a:lnTo>
                  <a:pt x="600675" y="11761"/>
                </a:lnTo>
                <a:lnTo>
                  <a:pt x="556916" y="3920"/>
                </a:lnTo>
                <a:lnTo>
                  <a:pt x="512719" y="0"/>
                </a:lnTo>
                <a:close/>
              </a:path>
            </a:pathLst>
          </a:custGeom>
          <a:solidFill>
            <a:srgbClr val="007E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98766" y="704829"/>
            <a:ext cx="981710" cy="966469"/>
          </a:xfrm>
          <a:custGeom>
            <a:avLst/>
            <a:gdLst/>
            <a:ahLst/>
            <a:cxnLst/>
            <a:rect l="l" t="t" r="r" b="b"/>
            <a:pathLst>
              <a:path w="981710" h="966469">
                <a:moveTo>
                  <a:pt x="837770" y="141142"/>
                </a:moveTo>
                <a:lnTo>
                  <a:pt x="869620" y="175637"/>
                </a:lnTo>
                <a:lnTo>
                  <a:pt x="897489" y="212282"/>
                </a:lnTo>
                <a:lnTo>
                  <a:pt x="921377" y="250790"/>
                </a:lnTo>
                <a:lnTo>
                  <a:pt x="941283" y="290874"/>
                </a:lnTo>
                <a:lnTo>
                  <a:pt x="957208" y="332247"/>
                </a:lnTo>
                <a:lnTo>
                  <a:pt x="969152" y="374624"/>
                </a:lnTo>
                <a:lnTo>
                  <a:pt x="977115" y="417717"/>
                </a:lnTo>
                <a:lnTo>
                  <a:pt x="981096" y="461239"/>
                </a:lnTo>
                <a:lnTo>
                  <a:pt x="981096" y="504906"/>
                </a:lnTo>
                <a:lnTo>
                  <a:pt x="977115" y="548428"/>
                </a:lnTo>
                <a:lnTo>
                  <a:pt x="969152" y="591521"/>
                </a:lnTo>
                <a:lnTo>
                  <a:pt x="957208" y="633898"/>
                </a:lnTo>
                <a:lnTo>
                  <a:pt x="941283" y="675271"/>
                </a:lnTo>
                <a:lnTo>
                  <a:pt x="921377" y="715355"/>
                </a:lnTo>
                <a:lnTo>
                  <a:pt x="897489" y="753863"/>
                </a:lnTo>
                <a:lnTo>
                  <a:pt x="869620" y="790508"/>
                </a:lnTo>
                <a:lnTo>
                  <a:pt x="837770" y="825003"/>
                </a:lnTo>
                <a:lnTo>
                  <a:pt x="802740" y="856368"/>
                </a:lnTo>
                <a:lnTo>
                  <a:pt x="765529" y="883812"/>
                </a:lnTo>
                <a:lnTo>
                  <a:pt x="726425" y="907336"/>
                </a:lnTo>
                <a:lnTo>
                  <a:pt x="685721" y="926939"/>
                </a:lnTo>
                <a:lnTo>
                  <a:pt x="643707" y="942622"/>
                </a:lnTo>
                <a:lnTo>
                  <a:pt x="600675" y="954384"/>
                </a:lnTo>
                <a:lnTo>
                  <a:pt x="556915" y="962225"/>
                </a:lnTo>
                <a:lnTo>
                  <a:pt x="512719" y="966145"/>
                </a:lnTo>
                <a:lnTo>
                  <a:pt x="468377" y="966145"/>
                </a:lnTo>
                <a:lnTo>
                  <a:pt x="424181" y="962225"/>
                </a:lnTo>
                <a:lnTo>
                  <a:pt x="380421" y="954384"/>
                </a:lnTo>
                <a:lnTo>
                  <a:pt x="337388" y="942622"/>
                </a:lnTo>
                <a:lnTo>
                  <a:pt x="295375" y="926939"/>
                </a:lnTo>
                <a:lnTo>
                  <a:pt x="254671" y="907336"/>
                </a:lnTo>
                <a:lnTo>
                  <a:pt x="215567" y="883812"/>
                </a:lnTo>
                <a:lnTo>
                  <a:pt x="178355" y="856368"/>
                </a:lnTo>
                <a:lnTo>
                  <a:pt x="143326" y="825003"/>
                </a:lnTo>
                <a:lnTo>
                  <a:pt x="111476" y="790508"/>
                </a:lnTo>
                <a:lnTo>
                  <a:pt x="83607" y="753863"/>
                </a:lnTo>
                <a:lnTo>
                  <a:pt x="59719" y="715355"/>
                </a:lnTo>
                <a:lnTo>
                  <a:pt x="39812" y="675271"/>
                </a:lnTo>
                <a:lnTo>
                  <a:pt x="23887" y="633898"/>
                </a:lnTo>
                <a:lnTo>
                  <a:pt x="11943" y="591521"/>
                </a:lnTo>
                <a:lnTo>
                  <a:pt x="3981" y="548428"/>
                </a:lnTo>
                <a:lnTo>
                  <a:pt x="0" y="504906"/>
                </a:lnTo>
                <a:lnTo>
                  <a:pt x="0" y="461239"/>
                </a:lnTo>
                <a:lnTo>
                  <a:pt x="3981" y="417717"/>
                </a:lnTo>
                <a:lnTo>
                  <a:pt x="11943" y="374624"/>
                </a:lnTo>
                <a:lnTo>
                  <a:pt x="23887" y="332247"/>
                </a:lnTo>
                <a:lnTo>
                  <a:pt x="39812" y="290874"/>
                </a:lnTo>
                <a:lnTo>
                  <a:pt x="59719" y="250790"/>
                </a:lnTo>
                <a:lnTo>
                  <a:pt x="83607" y="212282"/>
                </a:lnTo>
                <a:lnTo>
                  <a:pt x="111476" y="175637"/>
                </a:lnTo>
                <a:lnTo>
                  <a:pt x="143326" y="141142"/>
                </a:lnTo>
                <a:lnTo>
                  <a:pt x="178355" y="109777"/>
                </a:lnTo>
                <a:lnTo>
                  <a:pt x="215567" y="82332"/>
                </a:lnTo>
                <a:lnTo>
                  <a:pt x="254671" y="58809"/>
                </a:lnTo>
                <a:lnTo>
                  <a:pt x="295375" y="39206"/>
                </a:lnTo>
                <a:lnTo>
                  <a:pt x="337388" y="23523"/>
                </a:lnTo>
                <a:lnTo>
                  <a:pt x="380421" y="11761"/>
                </a:lnTo>
                <a:lnTo>
                  <a:pt x="424181" y="3920"/>
                </a:lnTo>
                <a:lnTo>
                  <a:pt x="468377" y="0"/>
                </a:lnTo>
                <a:lnTo>
                  <a:pt x="512719" y="0"/>
                </a:lnTo>
                <a:lnTo>
                  <a:pt x="556915" y="3920"/>
                </a:lnTo>
                <a:lnTo>
                  <a:pt x="600675" y="11761"/>
                </a:lnTo>
                <a:lnTo>
                  <a:pt x="643707" y="23523"/>
                </a:lnTo>
                <a:lnTo>
                  <a:pt x="685721" y="39206"/>
                </a:lnTo>
                <a:lnTo>
                  <a:pt x="726425" y="58809"/>
                </a:lnTo>
                <a:lnTo>
                  <a:pt x="765529" y="82332"/>
                </a:lnTo>
                <a:lnTo>
                  <a:pt x="802740" y="109777"/>
                </a:lnTo>
                <a:lnTo>
                  <a:pt x="837770" y="14114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59400" y="914400"/>
            <a:ext cx="2514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08967" y="2155108"/>
            <a:ext cx="4978400" cy="751205"/>
          </a:xfrm>
          <a:custGeom>
            <a:avLst/>
            <a:gdLst/>
            <a:ahLst/>
            <a:cxnLst/>
            <a:rect l="l" t="t" r="r" b="b"/>
            <a:pathLst>
              <a:path w="4978400" h="751205">
                <a:moveTo>
                  <a:pt x="0" y="0"/>
                </a:moveTo>
                <a:lnTo>
                  <a:pt x="4978182" y="0"/>
                </a:lnTo>
                <a:lnTo>
                  <a:pt x="4978182" y="750816"/>
                </a:lnTo>
                <a:lnTo>
                  <a:pt x="0" y="750816"/>
                </a:lnTo>
                <a:lnTo>
                  <a:pt x="0" y="0"/>
                </a:lnTo>
                <a:close/>
              </a:path>
            </a:pathLst>
          </a:custGeom>
          <a:solidFill>
            <a:srgbClr val="2F55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50344" y="2284402"/>
            <a:ext cx="4637405" cy="497840"/>
          </a:xfrm>
          <a:custGeom>
            <a:avLst/>
            <a:gdLst/>
            <a:ahLst/>
            <a:cxnLst/>
            <a:rect l="l" t="t" r="r" b="b"/>
            <a:pathLst>
              <a:path w="4637405" h="497839">
                <a:moveTo>
                  <a:pt x="0" y="0"/>
                </a:moveTo>
                <a:lnTo>
                  <a:pt x="4636805" y="0"/>
                </a:lnTo>
                <a:lnTo>
                  <a:pt x="4636805" y="497840"/>
                </a:lnTo>
                <a:lnTo>
                  <a:pt x="0" y="497840"/>
                </a:lnTo>
                <a:lnTo>
                  <a:pt x="0" y="0"/>
                </a:lnTo>
                <a:close/>
              </a:path>
            </a:pathLst>
          </a:custGeom>
          <a:solidFill>
            <a:srgbClr val="2F55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883400" y="2298700"/>
            <a:ext cx="26784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FFFFFF"/>
                </a:solidFill>
                <a:latin typeface="Arial Rounded MT Bold"/>
                <a:cs typeface="Arial Rounded MT Bold"/>
              </a:rPr>
              <a:t>Anti</a:t>
            </a:r>
            <a:r>
              <a:rPr sz="2800" spc="-55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Rounded MT Bold"/>
                <a:cs typeface="Arial Rounded MT Bold"/>
              </a:rPr>
              <a:t>Debugging</a:t>
            </a:r>
            <a:endParaRPr sz="2800" dirty="0">
              <a:latin typeface="Arial Rounded MT Bold"/>
              <a:cs typeface="Arial Rounded MT Bold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59412" y="2004955"/>
            <a:ext cx="1124585" cy="1106170"/>
          </a:xfrm>
          <a:custGeom>
            <a:avLst/>
            <a:gdLst/>
            <a:ahLst/>
            <a:cxnLst/>
            <a:rect l="l" t="t" r="r" b="b"/>
            <a:pathLst>
              <a:path w="1124584" h="1106170">
                <a:moveTo>
                  <a:pt x="584822" y="0"/>
                </a:moveTo>
                <a:lnTo>
                  <a:pt x="539367" y="0"/>
                </a:lnTo>
                <a:lnTo>
                  <a:pt x="494033" y="3592"/>
                </a:lnTo>
                <a:lnTo>
                  <a:pt x="449056" y="10777"/>
                </a:lnTo>
                <a:lnTo>
                  <a:pt x="404677" y="21554"/>
                </a:lnTo>
                <a:lnTo>
                  <a:pt x="361133" y="35924"/>
                </a:lnTo>
                <a:lnTo>
                  <a:pt x="318664" y="53887"/>
                </a:lnTo>
                <a:lnTo>
                  <a:pt x="277509" y="75442"/>
                </a:lnTo>
                <a:lnTo>
                  <a:pt x="237905" y="100589"/>
                </a:lnTo>
                <a:lnTo>
                  <a:pt x="200093" y="129329"/>
                </a:lnTo>
                <a:lnTo>
                  <a:pt x="164310" y="161661"/>
                </a:lnTo>
                <a:lnTo>
                  <a:pt x="131448" y="196867"/>
                </a:lnTo>
                <a:lnTo>
                  <a:pt x="102237" y="234070"/>
                </a:lnTo>
                <a:lnTo>
                  <a:pt x="76678" y="273035"/>
                </a:lnTo>
                <a:lnTo>
                  <a:pt x="54770" y="313527"/>
                </a:lnTo>
                <a:lnTo>
                  <a:pt x="36513" y="355311"/>
                </a:lnTo>
                <a:lnTo>
                  <a:pt x="21908" y="398153"/>
                </a:lnTo>
                <a:lnTo>
                  <a:pt x="10954" y="441817"/>
                </a:lnTo>
                <a:lnTo>
                  <a:pt x="3651" y="486068"/>
                </a:lnTo>
                <a:lnTo>
                  <a:pt x="0" y="530672"/>
                </a:lnTo>
                <a:lnTo>
                  <a:pt x="0" y="575393"/>
                </a:lnTo>
                <a:lnTo>
                  <a:pt x="3651" y="619997"/>
                </a:lnTo>
                <a:lnTo>
                  <a:pt x="10954" y="664249"/>
                </a:lnTo>
                <a:lnTo>
                  <a:pt x="21908" y="707913"/>
                </a:lnTo>
                <a:lnTo>
                  <a:pt x="36513" y="750754"/>
                </a:lnTo>
                <a:lnTo>
                  <a:pt x="54770" y="792539"/>
                </a:lnTo>
                <a:lnTo>
                  <a:pt x="76678" y="833031"/>
                </a:lnTo>
                <a:lnTo>
                  <a:pt x="102237" y="871996"/>
                </a:lnTo>
                <a:lnTo>
                  <a:pt x="131448" y="909198"/>
                </a:lnTo>
                <a:lnTo>
                  <a:pt x="164310" y="944404"/>
                </a:lnTo>
                <a:lnTo>
                  <a:pt x="200093" y="976736"/>
                </a:lnTo>
                <a:lnTo>
                  <a:pt x="237905" y="1005476"/>
                </a:lnTo>
                <a:lnTo>
                  <a:pt x="277509" y="1030624"/>
                </a:lnTo>
                <a:lnTo>
                  <a:pt x="318664" y="1052179"/>
                </a:lnTo>
                <a:lnTo>
                  <a:pt x="361133" y="1070141"/>
                </a:lnTo>
                <a:lnTo>
                  <a:pt x="404677" y="1084511"/>
                </a:lnTo>
                <a:lnTo>
                  <a:pt x="449056" y="1095288"/>
                </a:lnTo>
                <a:lnTo>
                  <a:pt x="494033" y="1102473"/>
                </a:lnTo>
                <a:lnTo>
                  <a:pt x="539367" y="1106066"/>
                </a:lnTo>
                <a:lnTo>
                  <a:pt x="584822" y="1106066"/>
                </a:lnTo>
                <a:lnTo>
                  <a:pt x="630156" y="1102473"/>
                </a:lnTo>
                <a:lnTo>
                  <a:pt x="675133" y="1095288"/>
                </a:lnTo>
                <a:lnTo>
                  <a:pt x="719512" y="1084511"/>
                </a:lnTo>
                <a:lnTo>
                  <a:pt x="763055" y="1070141"/>
                </a:lnTo>
                <a:lnTo>
                  <a:pt x="805524" y="1052179"/>
                </a:lnTo>
                <a:lnTo>
                  <a:pt x="846680" y="1030624"/>
                </a:lnTo>
                <a:lnTo>
                  <a:pt x="886283" y="1005476"/>
                </a:lnTo>
                <a:lnTo>
                  <a:pt x="924095" y="976736"/>
                </a:lnTo>
                <a:lnTo>
                  <a:pt x="959878" y="944404"/>
                </a:lnTo>
                <a:lnTo>
                  <a:pt x="992740" y="909198"/>
                </a:lnTo>
                <a:lnTo>
                  <a:pt x="1021951" y="871996"/>
                </a:lnTo>
                <a:lnTo>
                  <a:pt x="1047510" y="833031"/>
                </a:lnTo>
                <a:lnTo>
                  <a:pt x="1069418" y="792539"/>
                </a:lnTo>
                <a:lnTo>
                  <a:pt x="1087675" y="750754"/>
                </a:lnTo>
                <a:lnTo>
                  <a:pt x="1102280" y="707913"/>
                </a:lnTo>
                <a:lnTo>
                  <a:pt x="1113234" y="664249"/>
                </a:lnTo>
                <a:lnTo>
                  <a:pt x="1120537" y="619997"/>
                </a:lnTo>
                <a:lnTo>
                  <a:pt x="1124189" y="575393"/>
                </a:lnTo>
                <a:lnTo>
                  <a:pt x="1124189" y="530672"/>
                </a:lnTo>
                <a:lnTo>
                  <a:pt x="1120537" y="486068"/>
                </a:lnTo>
                <a:lnTo>
                  <a:pt x="1113234" y="441817"/>
                </a:lnTo>
                <a:lnTo>
                  <a:pt x="1102280" y="398153"/>
                </a:lnTo>
                <a:lnTo>
                  <a:pt x="1087675" y="355311"/>
                </a:lnTo>
                <a:lnTo>
                  <a:pt x="1069418" y="313527"/>
                </a:lnTo>
                <a:lnTo>
                  <a:pt x="1047510" y="273035"/>
                </a:lnTo>
                <a:lnTo>
                  <a:pt x="1021951" y="234070"/>
                </a:lnTo>
                <a:lnTo>
                  <a:pt x="992740" y="196867"/>
                </a:lnTo>
                <a:lnTo>
                  <a:pt x="959878" y="161661"/>
                </a:lnTo>
                <a:lnTo>
                  <a:pt x="924095" y="129329"/>
                </a:lnTo>
                <a:lnTo>
                  <a:pt x="886283" y="100589"/>
                </a:lnTo>
                <a:lnTo>
                  <a:pt x="846680" y="75442"/>
                </a:lnTo>
                <a:lnTo>
                  <a:pt x="805524" y="53887"/>
                </a:lnTo>
                <a:lnTo>
                  <a:pt x="763055" y="35924"/>
                </a:lnTo>
                <a:lnTo>
                  <a:pt x="719512" y="21554"/>
                </a:lnTo>
                <a:lnTo>
                  <a:pt x="675133" y="10777"/>
                </a:lnTo>
                <a:lnTo>
                  <a:pt x="630156" y="3592"/>
                </a:lnTo>
                <a:lnTo>
                  <a:pt x="5848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628756" y="2073886"/>
            <a:ext cx="985519" cy="968375"/>
          </a:xfrm>
          <a:custGeom>
            <a:avLst/>
            <a:gdLst/>
            <a:ahLst/>
            <a:cxnLst/>
            <a:rect l="l" t="t" r="r" b="b"/>
            <a:pathLst>
              <a:path w="985520" h="968375">
                <a:moveTo>
                  <a:pt x="515019" y="0"/>
                </a:moveTo>
                <a:lnTo>
                  <a:pt x="470479" y="0"/>
                </a:lnTo>
                <a:lnTo>
                  <a:pt x="426084" y="3928"/>
                </a:lnTo>
                <a:lnTo>
                  <a:pt x="382128" y="11786"/>
                </a:lnTo>
                <a:lnTo>
                  <a:pt x="338902" y="23573"/>
                </a:lnTo>
                <a:lnTo>
                  <a:pt x="296700" y="39289"/>
                </a:lnTo>
                <a:lnTo>
                  <a:pt x="255813" y="58934"/>
                </a:lnTo>
                <a:lnTo>
                  <a:pt x="216534" y="82508"/>
                </a:lnTo>
                <a:lnTo>
                  <a:pt x="179156" y="110011"/>
                </a:lnTo>
                <a:lnTo>
                  <a:pt x="143969" y="141442"/>
                </a:lnTo>
                <a:lnTo>
                  <a:pt x="111976" y="176011"/>
                </a:lnTo>
                <a:lnTo>
                  <a:pt x="83982" y="212735"/>
                </a:lnTo>
                <a:lnTo>
                  <a:pt x="59987" y="251324"/>
                </a:lnTo>
                <a:lnTo>
                  <a:pt x="39991" y="291494"/>
                </a:lnTo>
                <a:lnTo>
                  <a:pt x="23994" y="332956"/>
                </a:lnTo>
                <a:lnTo>
                  <a:pt x="11997" y="375423"/>
                </a:lnTo>
                <a:lnTo>
                  <a:pt x="3999" y="418607"/>
                </a:lnTo>
                <a:lnTo>
                  <a:pt x="0" y="462223"/>
                </a:lnTo>
                <a:lnTo>
                  <a:pt x="0" y="505982"/>
                </a:lnTo>
                <a:lnTo>
                  <a:pt x="3999" y="549598"/>
                </a:lnTo>
                <a:lnTo>
                  <a:pt x="11997" y="592783"/>
                </a:lnTo>
                <a:lnTo>
                  <a:pt x="23994" y="635250"/>
                </a:lnTo>
                <a:lnTo>
                  <a:pt x="39991" y="676711"/>
                </a:lnTo>
                <a:lnTo>
                  <a:pt x="59987" y="716881"/>
                </a:lnTo>
                <a:lnTo>
                  <a:pt x="83982" y="755470"/>
                </a:lnTo>
                <a:lnTo>
                  <a:pt x="111976" y="792193"/>
                </a:lnTo>
                <a:lnTo>
                  <a:pt x="143969" y="826762"/>
                </a:lnTo>
                <a:lnTo>
                  <a:pt x="179156" y="858194"/>
                </a:lnTo>
                <a:lnTo>
                  <a:pt x="216534" y="885697"/>
                </a:lnTo>
                <a:lnTo>
                  <a:pt x="255813" y="909271"/>
                </a:lnTo>
                <a:lnTo>
                  <a:pt x="296700" y="928915"/>
                </a:lnTo>
                <a:lnTo>
                  <a:pt x="338902" y="944631"/>
                </a:lnTo>
                <a:lnTo>
                  <a:pt x="382128" y="956418"/>
                </a:lnTo>
                <a:lnTo>
                  <a:pt x="426084" y="964276"/>
                </a:lnTo>
                <a:lnTo>
                  <a:pt x="470479" y="968205"/>
                </a:lnTo>
                <a:lnTo>
                  <a:pt x="515019" y="968205"/>
                </a:lnTo>
                <a:lnTo>
                  <a:pt x="559414" y="964276"/>
                </a:lnTo>
                <a:lnTo>
                  <a:pt x="603370" y="956418"/>
                </a:lnTo>
                <a:lnTo>
                  <a:pt x="646595" y="944631"/>
                </a:lnTo>
                <a:lnTo>
                  <a:pt x="688798" y="928915"/>
                </a:lnTo>
                <a:lnTo>
                  <a:pt x="729684" y="909271"/>
                </a:lnTo>
                <a:lnTo>
                  <a:pt x="768963" y="885697"/>
                </a:lnTo>
                <a:lnTo>
                  <a:pt x="806342" y="858194"/>
                </a:lnTo>
                <a:lnTo>
                  <a:pt x="841528" y="826762"/>
                </a:lnTo>
                <a:lnTo>
                  <a:pt x="873521" y="792193"/>
                </a:lnTo>
                <a:lnTo>
                  <a:pt x="901515" y="755470"/>
                </a:lnTo>
                <a:lnTo>
                  <a:pt x="925510" y="716881"/>
                </a:lnTo>
                <a:lnTo>
                  <a:pt x="945506" y="676711"/>
                </a:lnTo>
                <a:lnTo>
                  <a:pt x="961503" y="635250"/>
                </a:lnTo>
                <a:lnTo>
                  <a:pt x="973500" y="592783"/>
                </a:lnTo>
                <a:lnTo>
                  <a:pt x="981498" y="549598"/>
                </a:lnTo>
                <a:lnTo>
                  <a:pt x="985498" y="505982"/>
                </a:lnTo>
                <a:lnTo>
                  <a:pt x="985498" y="462223"/>
                </a:lnTo>
                <a:lnTo>
                  <a:pt x="981498" y="418607"/>
                </a:lnTo>
                <a:lnTo>
                  <a:pt x="973500" y="375423"/>
                </a:lnTo>
                <a:lnTo>
                  <a:pt x="961503" y="332956"/>
                </a:lnTo>
                <a:lnTo>
                  <a:pt x="945506" y="291494"/>
                </a:lnTo>
                <a:lnTo>
                  <a:pt x="925510" y="251324"/>
                </a:lnTo>
                <a:lnTo>
                  <a:pt x="901515" y="212735"/>
                </a:lnTo>
                <a:lnTo>
                  <a:pt x="873521" y="176011"/>
                </a:lnTo>
                <a:lnTo>
                  <a:pt x="841528" y="141442"/>
                </a:lnTo>
                <a:lnTo>
                  <a:pt x="806342" y="110011"/>
                </a:lnTo>
                <a:lnTo>
                  <a:pt x="768963" y="82508"/>
                </a:lnTo>
                <a:lnTo>
                  <a:pt x="729684" y="58934"/>
                </a:lnTo>
                <a:lnTo>
                  <a:pt x="688798" y="39289"/>
                </a:lnTo>
                <a:lnTo>
                  <a:pt x="646595" y="23573"/>
                </a:lnTo>
                <a:lnTo>
                  <a:pt x="603370" y="11786"/>
                </a:lnTo>
                <a:lnTo>
                  <a:pt x="559414" y="3928"/>
                </a:lnTo>
                <a:lnTo>
                  <a:pt x="515019" y="0"/>
                </a:lnTo>
                <a:close/>
              </a:path>
            </a:pathLst>
          </a:custGeom>
          <a:solidFill>
            <a:srgbClr val="2F5597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28757" y="2073886"/>
            <a:ext cx="985519" cy="968375"/>
          </a:xfrm>
          <a:custGeom>
            <a:avLst/>
            <a:gdLst/>
            <a:ahLst/>
            <a:cxnLst/>
            <a:rect l="l" t="t" r="r" b="b"/>
            <a:pathLst>
              <a:path w="985520" h="968375">
                <a:moveTo>
                  <a:pt x="841528" y="141443"/>
                </a:moveTo>
                <a:lnTo>
                  <a:pt x="873522" y="176012"/>
                </a:lnTo>
                <a:lnTo>
                  <a:pt x="901516" y="212735"/>
                </a:lnTo>
                <a:lnTo>
                  <a:pt x="925511" y="251324"/>
                </a:lnTo>
                <a:lnTo>
                  <a:pt x="945506" y="291494"/>
                </a:lnTo>
                <a:lnTo>
                  <a:pt x="961503" y="332955"/>
                </a:lnTo>
                <a:lnTo>
                  <a:pt x="973500" y="375422"/>
                </a:lnTo>
                <a:lnTo>
                  <a:pt x="981499" y="418607"/>
                </a:lnTo>
                <a:lnTo>
                  <a:pt x="985498" y="462223"/>
                </a:lnTo>
                <a:lnTo>
                  <a:pt x="985498" y="505982"/>
                </a:lnTo>
                <a:lnTo>
                  <a:pt x="981499" y="549598"/>
                </a:lnTo>
                <a:lnTo>
                  <a:pt x="973500" y="592783"/>
                </a:lnTo>
                <a:lnTo>
                  <a:pt x="961503" y="635249"/>
                </a:lnTo>
                <a:lnTo>
                  <a:pt x="945506" y="676711"/>
                </a:lnTo>
                <a:lnTo>
                  <a:pt x="925511" y="716880"/>
                </a:lnTo>
                <a:lnTo>
                  <a:pt x="901516" y="755470"/>
                </a:lnTo>
                <a:lnTo>
                  <a:pt x="873522" y="792193"/>
                </a:lnTo>
                <a:lnTo>
                  <a:pt x="841528" y="826762"/>
                </a:lnTo>
                <a:lnTo>
                  <a:pt x="806342" y="858194"/>
                </a:lnTo>
                <a:lnTo>
                  <a:pt x="768963" y="885697"/>
                </a:lnTo>
                <a:lnTo>
                  <a:pt x="729684" y="909271"/>
                </a:lnTo>
                <a:lnTo>
                  <a:pt x="688797" y="928916"/>
                </a:lnTo>
                <a:lnTo>
                  <a:pt x="646595" y="944631"/>
                </a:lnTo>
                <a:lnTo>
                  <a:pt x="603370" y="956418"/>
                </a:lnTo>
                <a:lnTo>
                  <a:pt x="559414" y="964276"/>
                </a:lnTo>
                <a:lnTo>
                  <a:pt x="515019" y="968205"/>
                </a:lnTo>
                <a:lnTo>
                  <a:pt x="470478" y="968205"/>
                </a:lnTo>
                <a:lnTo>
                  <a:pt x="426084" y="964276"/>
                </a:lnTo>
                <a:lnTo>
                  <a:pt x="382127" y="956418"/>
                </a:lnTo>
                <a:lnTo>
                  <a:pt x="338902" y="944631"/>
                </a:lnTo>
                <a:lnTo>
                  <a:pt x="296700" y="928916"/>
                </a:lnTo>
                <a:lnTo>
                  <a:pt x="255813" y="909271"/>
                </a:lnTo>
                <a:lnTo>
                  <a:pt x="216534" y="885697"/>
                </a:lnTo>
                <a:lnTo>
                  <a:pt x="179155" y="858194"/>
                </a:lnTo>
                <a:lnTo>
                  <a:pt x="143969" y="826762"/>
                </a:lnTo>
                <a:lnTo>
                  <a:pt x="111976" y="792193"/>
                </a:lnTo>
                <a:lnTo>
                  <a:pt x="83982" y="755470"/>
                </a:lnTo>
                <a:lnTo>
                  <a:pt x="59987" y="716880"/>
                </a:lnTo>
                <a:lnTo>
                  <a:pt x="39991" y="676711"/>
                </a:lnTo>
                <a:lnTo>
                  <a:pt x="23994" y="635249"/>
                </a:lnTo>
                <a:lnTo>
                  <a:pt x="11997" y="592783"/>
                </a:lnTo>
                <a:lnTo>
                  <a:pt x="3999" y="549598"/>
                </a:lnTo>
                <a:lnTo>
                  <a:pt x="0" y="505982"/>
                </a:lnTo>
                <a:lnTo>
                  <a:pt x="0" y="462223"/>
                </a:lnTo>
                <a:lnTo>
                  <a:pt x="3999" y="418607"/>
                </a:lnTo>
                <a:lnTo>
                  <a:pt x="11997" y="375422"/>
                </a:lnTo>
                <a:lnTo>
                  <a:pt x="23994" y="332955"/>
                </a:lnTo>
                <a:lnTo>
                  <a:pt x="39991" y="291494"/>
                </a:lnTo>
                <a:lnTo>
                  <a:pt x="59987" y="251324"/>
                </a:lnTo>
                <a:lnTo>
                  <a:pt x="83982" y="212735"/>
                </a:lnTo>
                <a:lnTo>
                  <a:pt x="111976" y="176012"/>
                </a:lnTo>
                <a:lnTo>
                  <a:pt x="143969" y="141443"/>
                </a:lnTo>
                <a:lnTo>
                  <a:pt x="179155" y="110011"/>
                </a:lnTo>
                <a:lnTo>
                  <a:pt x="216534" y="82508"/>
                </a:lnTo>
                <a:lnTo>
                  <a:pt x="255813" y="58934"/>
                </a:lnTo>
                <a:lnTo>
                  <a:pt x="296700" y="39289"/>
                </a:lnTo>
                <a:lnTo>
                  <a:pt x="338902" y="23573"/>
                </a:lnTo>
                <a:lnTo>
                  <a:pt x="382127" y="11786"/>
                </a:lnTo>
                <a:lnTo>
                  <a:pt x="426084" y="3928"/>
                </a:lnTo>
                <a:lnTo>
                  <a:pt x="470478" y="0"/>
                </a:lnTo>
                <a:lnTo>
                  <a:pt x="515019" y="0"/>
                </a:lnTo>
                <a:lnTo>
                  <a:pt x="559414" y="3928"/>
                </a:lnTo>
                <a:lnTo>
                  <a:pt x="603370" y="11786"/>
                </a:lnTo>
                <a:lnTo>
                  <a:pt x="646595" y="23573"/>
                </a:lnTo>
                <a:lnTo>
                  <a:pt x="688797" y="39289"/>
                </a:lnTo>
                <a:lnTo>
                  <a:pt x="729684" y="58934"/>
                </a:lnTo>
                <a:lnTo>
                  <a:pt x="768963" y="82508"/>
                </a:lnTo>
                <a:lnTo>
                  <a:pt x="806342" y="110011"/>
                </a:lnTo>
                <a:lnTo>
                  <a:pt x="841528" y="141443"/>
                </a:lnTo>
                <a:close/>
              </a:path>
            </a:pathLst>
          </a:custGeom>
          <a:ln w="12700">
            <a:solidFill>
              <a:srgbClr val="2F55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019800" y="2286000"/>
            <a:ext cx="2514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49258" y="3590663"/>
            <a:ext cx="5638165" cy="760095"/>
          </a:xfrm>
          <a:custGeom>
            <a:avLst/>
            <a:gdLst/>
            <a:ahLst/>
            <a:cxnLst/>
            <a:rect l="l" t="t" r="r" b="b"/>
            <a:pathLst>
              <a:path w="5638165" h="760095">
                <a:moveTo>
                  <a:pt x="0" y="0"/>
                </a:moveTo>
                <a:lnTo>
                  <a:pt x="5637893" y="0"/>
                </a:lnTo>
                <a:lnTo>
                  <a:pt x="5637893" y="759856"/>
                </a:lnTo>
                <a:lnTo>
                  <a:pt x="0" y="759856"/>
                </a:lnTo>
                <a:lnTo>
                  <a:pt x="0" y="0"/>
                </a:lnTo>
                <a:close/>
              </a:path>
            </a:pathLst>
          </a:custGeom>
          <a:solidFill>
            <a:srgbClr val="ED7D31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49258" y="3590663"/>
            <a:ext cx="5638165" cy="760095"/>
          </a:xfrm>
          <a:custGeom>
            <a:avLst/>
            <a:gdLst/>
            <a:ahLst/>
            <a:cxnLst/>
            <a:rect l="l" t="t" r="r" b="b"/>
            <a:pathLst>
              <a:path w="5638165" h="760095">
                <a:moveTo>
                  <a:pt x="0" y="0"/>
                </a:moveTo>
                <a:lnTo>
                  <a:pt x="5637893" y="0"/>
                </a:lnTo>
                <a:lnTo>
                  <a:pt x="5637893" y="759857"/>
                </a:lnTo>
                <a:lnTo>
                  <a:pt x="0" y="75985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134100" y="3708400"/>
            <a:ext cx="43072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Obfuscation </a:t>
            </a:r>
            <a:r>
              <a:rPr sz="2800" spc="-5" dirty="0">
                <a:solidFill>
                  <a:srgbClr val="FFFFFF"/>
                </a:solidFill>
                <a:latin typeface="Arial Rounded MT Bold"/>
                <a:cs typeface="Arial Rounded MT Bold"/>
              </a:rPr>
              <a:t>and</a:t>
            </a:r>
            <a:r>
              <a:rPr sz="28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Arial Rounded MT Bold"/>
                <a:cs typeface="Arial Rounded MT Bold"/>
              </a:rPr>
              <a:t>packing</a:t>
            </a:r>
            <a:endParaRPr sz="2800">
              <a:latin typeface="Arial Rounded MT Bold"/>
              <a:cs typeface="Arial Rounded MT Bold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28891" y="3397446"/>
            <a:ext cx="1116330" cy="1097915"/>
          </a:xfrm>
          <a:custGeom>
            <a:avLst/>
            <a:gdLst/>
            <a:ahLst/>
            <a:cxnLst/>
            <a:rect l="l" t="t" r="r" b="b"/>
            <a:pathLst>
              <a:path w="1116329" h="1097914">
                <a:moveTo>
                  <a:pt x="580610" y="0"/>
                </a:moveTo>
                <a:lnTo>
                  <a:pt x="535483" y="0"/>
                </a:lnTo>
                <a:lnTo>
                  <a:pt x="490475" y="3565"/>
                </a:lnTo>
                <a:lnTo>
                  <a:pt x="445822" y="10697"/>
                </a:lnTo>
                <a:lnTo>
                  <a:pt x="401763" y="21395"/>
                </a:lnTo>
                <a:lnTo>
                  <a:pt x="358533" y="35659"/>
                </a:lnTo>
                <a:lnTo>
                  <a:pt x="316369" y="53489"/>
                </a:lnTo>
                <a:lnTo>
                  <a:pt x="275510" y="74885"/>
                </a:lnTo>
                <a:lnTo>
                  <a:pt x="236192" y="99847"/>
                </a:lnTo>
                <a:lnTo>
                  <a:pt x="198652" y="128375"/>
                </a:lnTo>
                <a:lnTo>
                  <a:pt x="163128" y="160469"/>
                </a:lnTo>
                <a:lnTo>
                  <a:pt x="130502" y="195415"/>
                </a:lnTo>
                <a:lnTo>
                  <a:pt x="101502" y="232343"/>
                </a:lnTo>
                <a:lnTo>
                  <a:pt x="76126" y="271021"/>
                </a:lnTo>
                <a:lnTo>
                  <a:pt x="54376" y="311214"/>
                </a:lnTo>
                <a:lnTo>
                  <a:pt x="36250" y="352690"/>
                </a:lnTo>
                <a:lnTo>
                  <a:pt x="21750" y="395216"/>
                </a:lnTo>
                <a:lnTo>
                  <a:pt x="10875" y="438558"/>
                </a:lnTo>
                <a:lnTo>
                  <a:pt x="3625" y="482483"/>
                </a:lnTo>
                <a:lnTo>
                  <a:pt x="0" y="526758"/>
                </a:lnTo>
                <a:lnTo>
                  <a:pt x="0" y="571150"/>
                </a:lnTo>
                <a:lnTo>
                  <a:pt x="3625" y="615425"/>
                </a:lnTo>
                <a:lnTo>
                  <a:pt x="10875" y="659350"/>
                </a:lnTo>
                <a:lnTo>
                  <a:pt x="21750" y="702692"/>
                </a:lnTo>
                <a:lnTo>
                  <a:pt x="36250" y="745217"/>
                </a:lnTo>
                <a:lnTo>
                  <a:pt x="54376" y="786693"/>
                </a:lnTo>
                <a:lnTo>
                  <a:pt x="76126" y="826887"/>
                </a:lnTo>
                <a:lnTo>
                  <a:pt x="101502" y="865564"/>
                </a:lnTo>
                <a:lnTo>
                  <a:pt x="130502" y="902493"/>
                </a:lnTo>
                <a:lnTo>
                  <a:pt x="163128" y="937439"/>
                </a:lnTo>
                <a:lnTo>
                  <a:pt x="198652" y="969533"/>
                </a:lnTo>
                <a:lnTo>
                  <a:pt x="236192" y="998060"/>
                </a:lnTo>
                <a:lnTo>
                  <a:pt x="275510" y="1023022"/>
                </a:lnTo>
                <a:lnTo>
                  <a:pt x="316369" y="1044418"/>
                </a:lnTo>
                <a:lnTo>
                  <a:pt x="358533" y="1062248"/>
                </a:lnTo>
                <a:lnTo>
                  <a:pt x="401763" y="1076512"/>
                </a:lnTo>
                <a:lnTo>
                  <a:pt x="445822" y="1087210"/>
                </a:lnTo>
                <a:lnTo>
                  <a:pt x="490475" y="1094342"/>
                </a:lnTo>
                <a:lnTo>
                  <a:pt x="535483" y="1097908"/>
                </a:lnTo>
                <a:lnTo>
                  <a:pt x="580610" y="1097908"/>
                </a:lnTo>
                <a:lnTo>
                  <a:pt x="625618" y="1094342"/>
                </a:lnTo>
                <a:lnTo>
                  <a:pt x="670271" y="1087210"/>
                </a:lnTo>
                <a:lnTo>
                  <a:pt x="714331" y="1076512"/>
                </a:lnTo>
                <a:lnTo>
                  <a:pt x="757561" y="1062248"/>
                </a:lnTo>
                <a:lnTo>
                  <a:pt x="799724" y="1044418"/>
                </a:lnTo>
                <a:lnTo>
                  <a:pt x="840583" y="1023022"/>
                </a:lnTo>
                <a:lnTo>
                  <a:pt x="879901" y="998060"/>
                </a:lnTo>
                <a:lnTo>
                  <a:pt x="917441" y="969533"/>
                </a:lnTo>
                <a:lnTo>
                  <a:pt x="952966" y="937439"/>
                </a:lnTo>
                <a:lnTo>
                  <a:pt x="985592" y="902493"/>
                </a:lnTo>
                <a:lnTo>
                  <a:pt x="1014592" y="865564"/>
                </a:lnTo>
                <a:lnTo>
                  <a:pt x="1039967" y="826887"/>
                </a:lnTo>
                <a:lnTo>
                  <a:pt x="1061718" y="786693"/>
                </a:lnTo>
                <a:lnTo>
                  <a:pt x="1079843" y="745217"/>
                </a:lnTo>
                <a:lnTo>
                  <a:pt x="1094343" y="702692"/>
                </a:lnTo>
                <a:lnTo>
                  <a:pt x="1105218" y="659350"/>
                </a:lnTo>
                <a:lnTo>
                  <a:pt x="1112468" y="615425"/>
                </a:lnTo>
                <a:lnTo>
                  <a:pt x="1116093" y="571150"/>
                </a:lnTo>
                <a:lnTo>
                  <a:pt x="1116093" y="526758"/>
                </a:lnTo>
                <a:lnTo>
                  <a:pt x="1112468" y="482483"/>
                </a:lnTo>
                <a:lnTo>
                  <a:pt x="1105218" y="438558"/>
                </a:lnTo>
                <a:lnTo>
                  <a:pt x="1094343" y="395216"/>
                </a:lnTo>
                <a:lnTo>
                  <a:pt x="1079843" y="352690"/>
                </a:lnTo>
                <a:lnTo>
                  <a:pt x="1061718" y="311214"/>
                </a:lnTo>
                <a:lnTo>
                  <a:pt x="1039967" y="271021"/>
                </a:lnTo>
                <a:lnTo>
                  <a:pt x="1014592" y="232343"/>
                </a:lnTo>
                <a:lnTo>
                  <a:pt x="985592" y="195415"/>
                </a:lnTo>
                <a:lnTo>
                  <a:pt x="952966" y="160469"/>
                </a:lnTo>
                <a:lnTo>
                  <a:pt x="917441" y="128375"/>
                </a:lnTo>
                <a:lnTo>
                  <a:pt x="879901" y="99847"/>
                </a:lnTo>
                <a:lnTo>
                  <a:pt x="840583" y="74885"/>
                </a:lnTo>
                <a:lnTo>
                  <a:pt x="799724" y="53489"/>
                </a:lnTo>
                <a:lnTo>
                  <a:pt x="757561" y="35659"/>
                </a:lnTo>
                <a:lnTo>
                  <a:pt x="714331" y="21395"/>
                </a:lnTo>
                <a:lnTo>
                  <a:pt x="670271" y="10697"/>
                </a:lnTo>
                <a:lnTo>
                  <a:pt x="625618" y="3565"/>
                </a:lnTo>
                <a:lnTo>
                  <a:pt x="5806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97824" y="3465869"/>
            <a:ext cx="978535" cy="961390"/>
          </a:xfrm>
          <a:custGeom>
            <a:avLst/>
            <a:gdLst/>
            <a:ahLst/>
            <a:cxnLst/>
            <a:rect l="l" t="t" r="r" b="b"/>
            <a:pathLst>
              <a:path w="978535" h="961389">
                <a:moveTo>
                  <a:pt x="511221" y="0"/>
                </a:moveTo>
                <a:lnTo>
                  <a:pt x="467008" y="0"/>
                </a:lnTo>
                <a:lnTo>
                  <a:pt x="422941" y="3899"/>
                </a:lnTo>
                <a:lnTo>
                  <a:pt x="379309" y="11699"/>
                </a:lnTo>
                <a:lnTo>
                  <a:pt x="336403" y="23399"/>
                </a:lnTo>
                <a:lnTo>
                  <a:pt x="294512" y="38999"/>
                </a:lnTo>
                <a:lnTo>
                  <a:pt x="253926" y="58499"/>
                </a:lnTo>
                <a:lnTo>
                  <a:pt x="214937" y="81899"/>
                </a:lnTo>
                <a:lnTo>
                  <a:pt x="177834" y="109199"/>
                </a:lnTo>
                <a:lnTo>
                  <a:pt x="142907" y="140399"/>
                </a:lnTo>
                <a:lnTo>
                  <a:pt x="111150" y="174713"/>
                </a:lnTo>
                <a:lnTo>
                  <a:pt x="83362" y="211165"/>
                </a:lnTo>
                <a:lnTo>
                  <a:pt x="59544" y="249470"/>
                </a:lnTo>
                <a:lnTo>
                  <a:pt x="39696" y="289343"/>
                </a:lnTo>
                <a:lnTo>
                  <a:pt x="23817" y="330499"/>
                </a:lnTo>
                <a:lnTo>
                  <a:pt x="11908" y="372653"/>
                </a:lnTo>
                <a:lnTo>
                  <a:pt x="3969" y="415519"/>
                </a:lnTo>
                <a:lnTo>
                  <a:pt x="0" y="458813"/>
                </a:lnTo>
                <a:lnTo>
                  <a:pt x="0" y="502249"/>
                </a:lnTo>
                <a:lnTo>
                  <a:pt x="3969" y="545543"/>
                </a:lnTo>
                <a:lnTo>
                  <a:pt x="11908" y="588410"/>
                </a:lnTo>
                <a:lnTo>
                  <a:pt x="23817" y="630563"/>
                </a:lnTo>
                <a:lnTo>
                  <a:pt x="39696" y="671719"/>
                </a:lnTo>
                <a:lnTo>
                  <a:pt x="59544" y="711592"/>
                </a:lnTo>
                <a:lnTo>
                  <a:pt x="83362" y="749897"/>
                </a:lnTo>
                <a:lnTo>
                  <a:pt x="111150" y="786349"/>
                </a:lnTo>
                <a:lnTo>
                  <a:pt x="142907" y="820663"/>
                </a:lnTo>
                <a:lnTo>
                  <a:pt x="177834" y="851863"/>
                </a:lnTo>
                <a:lnTo>
                  <a:pt x="214937" y="879163"/>
                </a:lnTo>
                <a:lnTo>
                  <a:pt x="253926" y="902563"/>
                </a:lnTo>
                <a:lnTo>
                  <a:pt x="294512" y="922063"/>
                </a:lnTo>
                <a:lnTo>
                  <a:pt x="336403" y="937663"/>
                </a:lnTo>
                <a:lnTo>
                  <a:pt x="379309" y="949363"/>
                </a:lnTo>
                <a:lnTo>
                  <a:pt x="422941" y="957163"/>
                </a:lnTo>
                <a:lnTo>
                  <a:pt x="467008" y="961063"/>
                </a:lnTo>
                <a:lnTo>
                  <a:pt x="511221" y="961063"/>
                </a:lnTo>
                <a:lnTo>
                  <a:pt x="555288" y="957163"/>
                </a:lnTo>
                <a:lnTo>
                  <a:pt x="598920" y="949363"/>
                </a:lnTo>
                <a:lnTo>
                  <a:pt x="641827" y="937663"/>
                </a:lnTo>
                <a:lnTo>
                  <a:pt x="683718" y="922063"/>
                </a:lnTo>
                <a:lnTo>
                  <a:pt x="724303" y="902563"/>
                </a:lnTo>
                <a:lnTo>
                  <a:pt x="763292" y="879163"/>
                </a:lnTo>
                <a:lnTo>
                  <a:pt x="800395" y="851863"/>
                </a:lnTo>
                <a:lnTo>
                  <a:pt x="835322" y="820663"/>
                </a:lnTo>
                <a:lnTo>
                  <a:pt x="867080" y="786349"/>
                </a:lnTo>
                <a:lnTo>
                  <a:pt x="894867" y="749897"/>
                </a:lnTo>
                <a:lnTo>
                  <a:pt x="918685" y="711592"/>
                </a:lnTo>
                <a:lnTo>
                  <a:pt x="938533" y="671719"/>
                </a:lnTo>
                <a:lnTo>
                  <a:pt x="954412" y="630563"/>
                </a:lnTo>
                <a:lnTo>
                  <a:pt x="966321" y="588410"/>
                </a:lnTo>
                <a:lnTo>
                  <a:pt x="974260" y="545543"/>
                </a:lnTo>
                <a:lnTo>
                  <a:pt x="978230" y="502249"/>
                </a:lnTo>
                <a:lnTo>
                  <a:pt x="978230" y="458813"/>
                </a:lnTo>
                <a:lnTo>
                  <a:pt x="974260" y="415519"/>
                </a:lnTo>
                <a:lnTo>
                  <a:pt x="966321" y="372653"/>
                </a:lnTo>
                <a:lnTo>
                  <a:pt x="954412" y="330499"/>
                </a:lnTo>
                <a:lnTo>
                  <a:pt x="938533" y="289343"/>
                </a:lnTo>
                <a:lnTo>
                  <a:pt x="918685" y="249470"/>
                </a:lnTo>
                <a:lnTo>
                  <a:pt x="894867" y="211165"/>
                </a:lnTo>
                <a:lnTo>
                  <a:pt x="867080" y="174713"/>
                </a:lnTo>
                <a:lnTo>
                  <a:pt x="835322" y="140399"/>
                </a:lnTo>
                <a:lnTo>
                  <a:pt x="800395" y="109199"/>
                </a:lnTo>
                <a:lnTo>
                  <a:pt x="763292" y="81899"/>
                </a:lnTo>
                <a:lnTo>
                  <a:pt x="724303" y="58499"/>
                </a:lnTo>
                <a:lnTo>
                  <a:pt x="683718" y="38999"/>
                </a:lnTo>
                <a:lnTo>
                  <a:pt x="641827" y="23399"/>
                </a:lnTo>
                <a:lnTo>
                  <a:pt x="598920" y="11699"/>
                </a:lnTo>
                <a:lnTo>
                  <a:pt x="555288" y="3899"/>
                </a:lnTo>
                <a:lnTo>
                  <a:pt x="511221" y="0"/>
                </a:lnTo>
                <a:close/>
              </a:path>
            </a:pathLst>
          </a:custGeom>
          <a:solidFill>
            <a:srgbClr val="ED7D31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97824" y="3465869"/>
            <a:ext cx="978535" cy="961390"/>
          </a:xfrm>
          <a:custGeom>
            <a:avLst/>
            <a:gdLst/>
            <a:ahLst/>
            <a:cxnLst/>
            <a:rect l="l" t="t" r="r" b="b"/>
            <a:pathLst>
              <a:path w="978535" h="961389">
                <a:moveTo>
                  <a:pt x="835322" y="140399"/>
                </a:moveTo>
                <a:lnTo>
                  <a:pt x="867079" y="174713"/>
                </a:lnTo>
                <a:lnTo>
                  <a:pt x="894866" y="211165"/>
                </a:lnTo>
                <a:lnTo>
                  <a:pt x="918684" y="249470"/>
                </a:lnTo>
                <a:lnTo>
                  <a:pt x="938533" y="289343"/>
                </a:lnTo>
                <a:lnTo>
                  <a:pt x="954411" y="330499"/>
                </a:lnTo>
                <a:lnTo>
                  <a:pt x="966320" y="372653"/>
                </a:lnTo>
                <a:lnTo>
                  <a:pt x="974259" y="415519"/>
                </a:lnTo>
                <a:lnTo>
                  <a:pt x="978229" y="458813"/>
                </a:lnTo>
                <a:lnTo>
                  <a:pt x="978229" y="502249"/>
                </a:lnTo>
                <a:lnTo>
                  <a:pt x="974259" y="545543"/>
                </a:lnTo>
                <a:lnTo>
                  <a:pt x="966320" y="588409"/>
                </a:lnTo>
                <a:lnTo>
                  <a:pt x="954411" y="630563"/>
                </a:lnTo>
                <a:lnTo>
                  <a:pt x="938533" y="671719"/>
                </a:lnTo>
                <a:lnTo>
                  <a:pt x="918684" y="711592"/>
                </a:lnTo>
                <a:lnTo>
                  <a:pt x="894866" y="749897"/>
                </a:lnTo>
                <a:lnTo>
                  <a:pt x="867079" y="786349"/>
                </a:lnTo>
                <a:lnTo>
                  <a:pt x="835322" y="820663"/>
                </a:lnTo>
                <a:lnTo>
                  <a:pt x="800395" y="851863"/>
                </a:lnTo>
                <a:lnTo>
                  <a:pt x="763291" y="879163"/>
                </a:lnTo>
                <a:lnTo>
                  <a:pt x="724302" y="902563"/>
                </a:lnTo>
                <a:lnTo>
                  <a:pt x="683717" y="922063"/>
                </a:lnTo>
                <a:lnTo>
                  <a:pt x="641826" y="937663"/>
                </a:lnTo>
                <a:lnTo>
                  <a:pt x="598920" y="949363"/>
                </a:lnTo>
                <a:lnTo>
                  <a:pt x="555288" y="957162"/>
                </a:lnTo>
                <a:lnTo>
                  <a:pt x="511220" y="961062"/>
                </a:lnTo>
                <a:lnTo>
                  <a:pt x="467008" y="961062"/>
                </a:lnTo>
                <a:lnTo>
                  <a:pt x="422941" y="957162"/>
                </a:lnTo>
                <a:lnTo>
                  <a:pt x="379309" y="949363"/>
                </a:lnTo>
                <a:lnTo>
                  <a:pt x="336403" y="937663"/>
                </a:lnTo>
                <a:lnTo>
                  <a:pt x="294512" y="922063"/>
                </a:lnTo>
                <a:lnTo>
                  <a:pt x="253926" y="902563"/>
                </a:lnTo>
                <a:lnTo>
                  <a:pt x="214937" y="879163"/>
                </a:lnTo>
                <a:lnTo>
                  <a:pt x="177834" y="851863"/>
                </a:lnTo>
                <a:lnTo>
                  <a:pt x="142907" y="820663"/>
                </a:lnTo>
                <a:lnTo>
                  <a:pt x="111150" y="786349"/>
                </a:lnTo>
                <a:lnTo>
                  <a:pt x="83362" y="749897"/>
                </a:lnTo>
                <a:lnTo>
                  <a:pt x="59544" y="711592"/>
                </a:lnTo>
                <a:lnTo>
                  <a:pt x="39696" y="671719"/>
                </a:lnTo>
                <a:lnTo>
                  <a:pt x="23817" y="630563"/>
                </a:lnTo>
                <a:lnTo>
                  <a:pt x="11908" y="588409"/>
                </a:lnTo>
                <a:lnTo>
                  <a:pt x="3969" y="545543"/>
                </a:lnTo>
                <a:lnTo>
                  <a:pt x="0" y="502249"/>
                </a:lnTo>
                <a:lnTo>
                  <a:pt x="0" y="458813"/>
                </a:lnTo>
                <a:lnTo>
                  <a:pt x="3969" y="415519"/>
                </a:lnTo>
                <a:lnTo>
                  <a:pt x="11908" y="372653"/>
                </a:lnTo>
                <a:lnTo>
                  <a:pt x="23817" y="330499"/>
                </a:lnTo>
                <a:lnTo>
                  <a:pt x="39696" y="289343"/>
                </a:lnTo>
                <a:lnTo>
                  <a:pt x="59544" y="249470"/>
                </a:lnTo>
                <a:lnTo>
                  <a:pt x="83362" y="211165"/>
                </a:lnTo>
                <a:lnTo>
                  <a:pt x="111150" y="174713"/>
                </a:lnTo>
                <a:lnTo>
                  <a:pt x="142907" y="140399"/>
                </a:lnTo>
                <a:lnTo>
                  <a:pt x="177834" y="109199"/>
                </a:lnTo>
                <a:lnTo>
                  <a:pt x="214937" y="81899"/>
                </a:lnTo>
                <a:lnTo>
                  <a:pt x="253926" y="58499"/>
                </a:lnTo>
                <a:lnTo>
                  <a:pt x="294512" y="38999"/>
                </a:lnTo>
                <a:lnTo>
                  <a:pt x="336403" y="23399"/>
                </a:lnTo>
                <a:lnTo>
                  <a:pt x="379309" y="11699"/>
                </a:lnTo>
                <a:lnTo>
                  <a:pt x="422941" y="3899"/>
                </a:lnTo>
                <a:lnTo>
                  <a:pt x="467008" y="0"/>
                </a:lnTo>
                <a:lnTo>
                  <a:pt x="511220" y="0"/>
                </a:lnTo>
                <a:lnTo>
                  <a:pt x="555288" y="3899"/>
                </a:lnTo>
                <a:lnTo>
                  <a:pt x="598920" y="11699"/>
                </a:lnTo>
                <a:lnTo>
                  <a:pt x="641826" y="23399"/>
                </a:lnTo>
                <a:lnTo>
                  <a:pt x="683717" y="38999"/>
                </a:lnTo>
                <a:lnTo>
                  <a:pt x="724302" y="58499"/>
                </a:lnTo>
                <a:lnTo>
                  <a:pt x="763291" y="81899"/>
                </a:lnTo>
                <a:lnTo>
                  <a:pt x="800395" y="109199"/>
                </a:lnTo>
                <a:lnTo>
                  <a:pt x="835322" y="140399"/>
                </a:lnTo>
                <a:close/>
              </a:path>
            </a:pathLst>
          </a:custGeom>
          <a:ln w="12700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359400" y="3670300"/>
            <a:ext cx="2514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32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72144" y="4942362"/>
            <a:ext cx="2306320" cy="1223645"/>
          </a:xfrm>
          <a:custGeom>
            <a:avLst/>
            <a:gdLst/>
            <a:ahLst/>
            <a:cxnLst/>
            <a:rect l="l" t="t" r="r" b="b"/>
            <a:pathLst>
              <a:path w="2306320" h="1223645">
                <a:moveTo>
                  <a:pt x="1153063" y="0"/>
                </a:moveTo>
                <a:lnTo>
                  <a:pt x="1101001" y="619"/>
                </a:lnTo>
                <a:lnTo>
                  <a:pt x="1049026" y="2479"/>
                </a:lnTo>
                <a:lnTo>
                  <a:pt x="997221" y="5579"/>
                </a:lnTo>
                <a:lnTo>
                  <a:pt x="945672" y="9919"/>
                </a:lnTo>
                <a:lnTo>
                  <a:pt x="894465" y="15499"/>
                </a:lnTo>
                <a:lnTo>
                  <a:pt x="843685" y="22319"/>
                </a:lnTo>
                <a:lnTo>
                  <a:pt x="793417" y="30379"/>
                </a:lnTo>
                <a:lnTo>
                  <a:pt x="743748" y="39679"/>
                </a:lnTo>
                <a:lnTo>
                  <a:pt x="694762" y="50218"/>
                </a:lnTo>
                <a:lnTo>
                  <a:pt x="646544" y="61998"/>
                </a:lnTo>
                <a:lnTo>
                  <a:pt x="599181" y="75018"/>
                </a:lnTo>
                <a:lnTo>
                  <a:pt x="552757" y="89277"/>
                </a:lnTo>
                <a:lnTo>
                  <a:pt x="507359" y="104777"/>
                </a:lnTo>
                <a:lnTo>
                  <a:pt x="463071" y="121517"/>
                </a:lnTo>
                <a:lnTo>
                  <a:pt x="419979" y="139496"/>
                </a:lnTo>
                <a:lnTo>
                  <a:pt x="378168" y="158716"/>
                </a:lnTo>
                <a:lnTo>
                  <a:pt x="337724" y="179175"/>
                </a:lnTo>
                <a:lnTo>
                  <a:pt x="291201" y="205326"/>
                </a:lnTo>
                <a:lnTo>
                  <a:pt x="248123" y="232532"/>
                </a:lnTo>
                <a:lnTo>
                  <a:pt x="208493" y="260712"/>
                </a:lnTo>
                <a:lnTo>
                  <a:pt x="172308" y="289784"/>
                </a:lnTo>
                <a:lnTo>
                  <a:pt x="139569" y="319667"/>
                </a:lnTo>
                <a:lnTo>
                  <a:pt x="110277" y="350281"/>
                </a:lnTo>
                <a:lnTo>
                  <a:pt x="84431" y="381544"/>
                </a:lnTo>
                <a:lnTo>
                  <a:pt x="62030" y="413375"/>
                </a:lnTo>
                <a:lnTo>
                  <a:pt x="27569" y="478416"/>
                </a:lnTo>
                <a:lnTo>
                  <a:pt x="6892" y="544755"/>
                </a:lnTo>
                <a:lnTo>
                  <a:pt x="0" y="611743"/>
                </a:lnTo>
                <a:lnTo>
                  <a:pt x="1723" y="645278"/>
                </a:lnTo>
                <a:lnTo>
                  <a:pt x="15507" y="712023"/>
                </a:lnTo>
                <a:lnTo>
                  <a:pt x="43077" y="777795"/>
                </a:lnTo>
                <a:lnTo>
                  <a:pt x="84431" y="841943"/>
                </a:lnTo>
                <a:lnTo>
                  <a:pt x="110277" y="873206"/>
                </a:lnTo>
                <a:lnTo>
                  <a:pt x="139569" y="903820"/>
                </a:lnTo>
                <a:lnTo>
                  <a:pt x="172308" y="933703"/>
                </a:lnTo>
                <a:lnTo>
                  <a:pt x="208493" y="962775"/>
                </a:lnTo>
                <a:lnTo>
                  <a:pt x="248123" y="990955"/>
                </a:lnTo>
                <a:lnTo>
                  <a:pt x="291201" y="1018161"/>
                </a:lnTo>
                <a:lnTo>
                  <a:pt x="337724" y="1044312"/>
                </a:lnTo>
                <a:lnTo>
                  <a:pt x="378168" y="1064771"/>
                </a:lnTo>
                <a:lnTo>
                  <a:pt x="419979" y="1083991"/>
                </a:lnTo>
                <a:lnTo>
                  <a:pt x="463071" y="1101970"/>
                </a:lnTo>
                <a:lnTo>
                  <a:pt x="507359" y="1118710"/>
                </a:lnTo>
                <a:lnTo>
                  <a:pt x="552757" y="1134209"/>
                </a:lnTo>
                <a:lnTo>
                  <a:pt x="599181" y="1148469"/>
                </a:lnTo>
                <a:lnTo>
                  <a:pt x="646544" y="1161489"/>
                </a:lnTo>
                <a:lnTo>
                  <a:pt x="694762" y="1173268"/>
                </a:lnTo>
                <a:lnTo>
                  <a:pt x="743748" y="1183808"/>
                </a:lnTo>
                <a:lnTo>
                  <a:pt x="793417" y="1193108"/>
                </a:lnTo>
                <a:lnTo>
                  <a:pt x="843685" y="1201168"/>
                </a:lnTo>
                <a:lnTo>
                  <a:pt x="894465" y="1207988"/>
                </a:lnTo>
                <a:lnTo>
                  <a:pt x="945672" y="1213568"/>
                </a:lnTo>
                <a:lnTo>
                  <a:pt x="997221" y="1217907"/>
                </a:lnTo>
                <a:lnTo>
                  <a:pt x="1049026" y="1221007"/>
                </a:lnTo>
                <a:lnTo>
                  <a:pt x="1101001" y="1222867"/>
                </a:lnTo>
                <a:lnTo>
                  <a:pt x="1153063" y="1223487"/>
                </a:lnTo>
                <a:lnTo>
                  <a:pt x="1205124" y="1222867"/>
                </a:lnTo>
                <a:lnTo>
                  <a:pt x="1257100" y="1221007"/>
                </a:lnTo>
                <a:lnTo>
                  <a:pt x="1308905" y="1217907"/>
                </a:lnTo>
                <a:lnTo>
                  <a:pt x="1360454" y="1213568"/>
                </a:lnTo>
                <a:lnTo>
                  <a:pt x="1411661" y="1207988"/>
                </a:lnTo>
                <a:lnTo>
                  <a:pt x="1462441" y="1201168"/>
                </a:lnTo>
                <a:lnTo>
                  <a:pt x="1512708" y="1193108"/>
                </a:lnTo>
                <a:lnTo>
                  <a:pt x="1562378" y="1183808"/>
                </a:lnTo>
                <a:lnTo>
                  <a:pt x="1611364" y="1173268"/>
                </a:lnTo>
                <a:lnTo>
                  <a:pt x="1659581" y="1161489"/>
                </a:lnTo>
                <a:lnTo>
                  <a:pt x="1706944" y="1148469"/>
                </a:lnTo>
                <a:lnTo>
                  <a:pt x="1753368" y="1134209"/>
                </a:lnTo>
                <a:lnTo>
                  <a:pt x="1798766" y="1118710"/>
                </a:lnTo>
                <a:lnTo>
                  <a:pt x="1843054" y="1101970"/>
                </a:lnTo>
                <a:lnTo>
                  <a:pt x="1886146" y="1083991"/>
                </a:lnTo>
                <a:lnTo>
                  <a:pt x="1927957" y="1064771"/>
                </a:lnTo>
                <a:lnTo>
                  <a:pt x="1968401" y="1044312"/>
                </a:lnTo>
                <a:lnTo>
                  <a:pt x="2014924" y="1018161"/>
                </a:lnTo>
                <a:lnTo>
                  <a:pt x="2058002" y="990955"/>
                </a:lnTo>
                <a:lnTo>
                  <a:pt x="2097632" y="962775"/>
                </a:lnTo>
                <a:lnTo>
                  <a:pt x="2133817" y="933703"/>
                </a:lnTo>
                <a:lnTo>
                  <a:pt x="2166556" y="903820"/>
                </a:lnTo>
                <a:lnTo>
                  <a:pt x="2195848" y="873206"/>
                </a:lnTo>
                <a:lnTo>
                  <a:pt x="2221694" y="841943"/>
                </a:lnTo>
                <a:lnTo>
                  <a:pt x="2244094" y="810112"/>
                </a:lnTo>
                <a:lnTo>
                  <a:pt x="2278556" y="745071"/>
                </a:lnTo>
                <a:lnTo>
                  <a:pt x="2299233" y="678732"/>
                </a:lnTo>
                <a:lnTo>
                  <a:pt x="2306125" y="611743"/>
                </a:lnTo>
                <a:lnTo>
                  <a:pt x="2304402" y="578209"/>
                </a:lnTo>
                <a:lnTo>
                  <a:pt x="2290618" y="511464"/>
                </a:lnTo>
                <a:lnTo>
                  <a:pt x="2263048" y="445692"/>
                </a:lnTo>
                <a:lnTo>
                  <a:pt x="2221694" y="381544"/>
                </a:lnTo>
                <a:lnTo>
                  <a:pt x="2195848" y="350281"/>
                </a:lnTo>
                <a:lnTo>
                  <a:pt x="2166556" y="319667"/>
                </a:lnTo>
                <a:lnTo>
                  <a:pt x="2133817" y="289784"/>
                </a:lnTo>
                <a:lnTo>
                  <a:pt x="2097632" y="260712"/>
                </a:lnTo>
                <a:lnTo>
                  <a:pt x="2058002" y="232532"/>
                </a:lnTo>
                <a:lnTo>
                  <a:pt x="2014924" y="205326"/>
                </a:lnTo>
                <a:lnTo>
                  <a:pt x="1968401" y="179175"/>
                </a:lnTo>
                <a:lnTo>
                  <a:pt x="1927957" y="158716"/>
                </a:lnTo>
                <a:lnTo>
                  <a:pt x="1886146" y="139496"/>
                </a:lnTo>
                <a:lnTo>
                  <a:pt x="1843054" y="121517"/>
                </a:lnTo>
                <a:lnTo>
                  <a:pt x="1798766" y="104777"/>
                </a:lnTo>
                <a:lnTo>
                  <a:pt x="1753368" y="89277"/>
                </a:lnTo>
                <a:lnTo>
                  <a:pt x="1706944" y="75018"/>
                </a:lnTo>
                <a:lnTo>
                  <a:pt x="1659581" y="61998"/>
                </a:lnTo>
                <a:lnTo>
                  <a:pt x="1611364" y="50218"/>
                </a:lnTo>
                <a:lnTo>
                  <a:pt x="1562378" y="39679"/>
                </a:lnTo>
                <a:lnTo>
                  <a:pt x="1512708" y="30379"/>
                </a:lnTo>
                <a:lnTo>
                  <a:pt x="1462441" y="22319"/>
                </a:lnTo>
                <a:lnTo>
                  <a:pt x="1411661" y="15499"/>
                </a:lnTo>
                <a:lnTo>
                  <a:pt x="1360454" y="9919"/>
                </a:lnTo>
                <a:lnTo>
                  <a:pt x="1308905" y="5579"/>
                </a:lnTo>
                <a:lnTo>
                  <a:pt x="1257100" y="2479"/>
                </a:lnTo>
                <a:lnTo>
                  <a:pt x="1205124" y="619"/>
                </a:lnTo>
                <a:lnTo>
                  <a:pt x="1153063" y="0"/>
                </a:lnTo>
                <a:close/>
              </a:path>
            </a:pathLst>
          </a:custGeom>
          <a:solidFill>
            <a:srgbClr val="89C6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2144" y="4942362"/>
            <a:ext cx="2306320" cy="1223645"/>
          </a:xfrm>
          <a:custGeom>
            <a:avLst/>
            <a:gdLst/>
            <a:ahLst/>
            <a:cxnLst/>
            <a:rect l="l" t="t" r="r" b="b"/>
            <a:pathLst>
              <a:path w="2306320" h="1223645">
                <a:moveTo>
                  <a:pt x="1968402" y="179175"/>
                </a:moveTo>
                <a:lnTo>
                  <a:pt x="2014925" y="205326"/>
                </a:lnTo>
                <a:lnTo>
                  <a:pt x="2058002" y="232532"/>
                </a:lnTo>
                <a:lnTo>
                  <a:pt x="2097633" y="260711"/>
                </a:lnTo>
                <a:lnTo>
                  <a:pt x="2133818" y="289784"/>
                </a:lnTo>
                <a:lnTo>
                  <a:pt x="2166556" y="319667"/>
                </a:lnTo>
                <a:lnTo>
                  <a:pt x="2195849" y="350281"/>
                </a:lnTo>
                <a:lnTo>
                  <a:pt x="2221695" y="381544"/>
                </a:lnTo>
                <a:lnTo>
                  <a:pt x="2244095" y="413374"/>
                </a:lnTo>
                <a:lnTo>
                  <a:pt x="2278557" y="478416"/>
                </a:lnTo>
                <a:lnTo>
                  <a:pt x="2299233" y="544755"/>
                </a:lnTo>
                <a:lnTo>
                  <a:pt x="2306126" y="611743"/>
                </a:lnTo>
                <a:lnTo>
                  <a:pt x="2304403" y="645278"/>
                </a:lnTo>
                <a:lnTo>
                  <a:pt x="2290618" y="712023"/>
                </a:lnTo>
                <a:lnTo>
                  <a:pt x="2263049" y="777795"/>
                </a:lnTo>
                <a:lnTo>
                  <a:pt x="2221695" y="841943"/>
                </a:lnTo>
                <a:lnTo>
                  <a:pt x="2195849" y="873206"/>
                </a:lnTo>
                <a:lnTo>
                  <a:pt x="2166556" y="903820"/>
                </a:lnTo>
                <a:lnTo>
                  <a:pt x="2133818" y="933703"/>
                </a:lnTo>
                <a:lnTo>
                  <a:pt x="2097633" y="962776"/>
                </a:lnTo>
                <a:lnTo>
                  <a:pt x="2058002" y="990955"/>
                </a:lnTo>
                <a:lnTo>
                  <a:pt x="2014925" y="1018161"/>
                </a:lnTo>
                <a:lnTo>
                  <a:pt x="1968402" y="1044312"/>
                </a:lnTo>
                <a:lnTo>
                  <a:pt x="1927958" y="1064771"/>
                </a:lnTo>
                <a:lnTo>
                  <a:pt x="1886147" y="1083991"/>
                </a:lnTo>
                <a:lnTo>
                  <a:pt x="1843054" y="1101970"/>
                </a:lnTo>
                <a:lnTo>
                  <a:pt x="1798766" y="1118710"/>
                </a:lnTo>
                <a:lnTo>
                  <a:pt x="1753368" y="1134210"/>
                </a:lnTo>
                <a:lnTo>
                  <a:pt x="1706944" y="1148469"/>
                </a:lnTo>
                <a:lnTo>
                  <a:pt x="1659581" y="1161489"/>
                </a:lnTo>
                <a:lnTo>
                  <a:pt x="1611364" y="1173269"/>
                </a:lnTo>
                <a:lnTo>
                  <a:pt x="1562377" y="1183808"/>
                </a:lnTo>
                <a:lnTo>
                  <a:pt x="1512708" y="1193108"/>
                </a:lnTo>
                <a:lnTo>
                  <a:pt x="1462440" y="1201168"/>
                </a:lnTo>
                <a:lnTo>
                  <a:pt x="1411660" y="1207988"/>
                </a:lnTo>
                <a:lnTo>
                  <a:pt x="1360453" y="1213568"/>
                </a:lnTo>
                <a:lnTo>
                  <a:pt x="1308905" y="1217908"/>
                </a:lnTo>
                <a:lnTo>
                  <a:pt x="1257100" y="1221007"/>
                </a:lnTo>
                <a:lnTo>
                  <a:pt x="1205124" y="1222867"/>
                </a:lnTo>
                <a:lnTo>
                  <a:pt x="1153062" y="1223487"/>
                </a:lnTo>
                <a:lnTo>
                  <a:pt x="1101001" y="1222867"/>
                </a:lnTo>
                <a:lnTo>
                  <a:pt x="1049025" y="1221007"/>
                </a:lnTo>
                <a:lnTo>
                  <a:pt x="997220" y="1217908"/>
                </a:lnTo>
                <a:lnTo>
                  <a:pt x="945672" y="1213568"/>
                </a:lnTo>
                <a:lnTo>
                  <a:pt x="894464" y="1207988"/>
                </a:lnTo>
                <a:lnTo>
                  <a:pt x="843685" y="1201168"/>
                </a:lnTo>
                <a:lnTo>
                  <a:pt x="793417" y="1193108"/>
                </a:lnTo>
                <a:lnTo>
                  <a:pt x="743748" y="1183808"/>
                </a:lnTo>
                <a:lnTo>
                  <a:pt x="694761" y="1173269"/>
                </a:lnTo>
                <a:lnTo>
                  <a:pt x="646544" y="1161489"/>
                </a:lnTo>
                <a:lnTo>
                  <a:pt x="599181" y="1148469"/>
                </a:lnTo>
                <a:lnTo>
                  <a:pt x="552757" y="1134210"/>
                </a:lnTo>
                <a:lnTo>
                  <a:pt x="507359" y="1118710"/>
                </a:lnTo>
                <a:lnTo>
                  <a:pt x="463071" y="1101970"/>
                </a:lnTo>
                <a:lnTo>
                  <a:pt x="419979" y="1083991"/>
                </a:lnTo>
                <a:lnTo>
                  <a:pt x="378168" y="1064771"/>
                </a:lnTo>
                <a:lnTo>
                  <a:pt x="337724" y="1044312"/>
                </a:lnTo>
                <a:lnTo>
                  <a:pt x="291201" y="1018161"/>
                </a:lnTo>
                <a:lnTo>
                  <a:pt x="248124" y="990955"/>
                </a:lnTo>
                <a:lnTo>
                  <a:pt x="208493" y="962776"/>
                </a:lnTo>
                <a:lnTo>
                  <a:pt x="172308" y="933703"/>
                </a:lnTo>
                <a:lnTo>
                  <a:pt x="139569" y="903820"/>
                </a:lnTo>
                <a:lnTo>
                  <a:pt x="110277" y="873206"/>
                </a:lnTo>
                <a:lnTo>
                  <a:pt x="84431" y="841943"/>
                </a:lnTo>
                <a:lnTo>
                  <a:pt x="62031" y="810112"/>
                </a:lnTo>
                <a:lnTo>
                  <a:pt x="27569" y="745071"/>
                </a:lnTo>
                <a:lnTo>
                  <a:pt x="6892" y="678732"/>
                </a:lnTo>
                <a:lnTo>
                  <a:pt x="0" y="611743"/>
                </a:lnTo>
                <a:lnTo>
                  <a:pt x="1723" y="578209"/>
                </a:lnTo>
                <a:lnTo>
                  <a:pt x="15507" y="511464"/>
                </a:lnTo>
                <a:lnTo>
                  <a:pt x="43077" y="445692"/>
                </a:lnTo>
                <a:lnTo>
                  <a:pt x="84431" y="381544"/>
                </a:lnTo>
                <a:lnTo>
                  <a:pt x="110277" y="350281"/>
                </a:lnTo>
                <a:lnTo>
                  <a:pt x="139569" y="319667"/>
                </a:lnTo>
                <a:lnTo>
                  <a:pt x="172308" y="289784"/>
                </a:lnTo>
                <a:lnTo>
                  <a:pt x="208493" y="260711"/>
                </a:lnTo>
                <a:lnTo>
                  <a:pt x="248124" y="232532"/>
                </a:lnTo>
                <a:lnTo>
                  <a:pt x="291201" y="205326"/>
                </a:lnTo>
                <a:lnTo>
                  <a:pt x="337724" y="179175"/>
                </a:lnTo>
                <a:lnTo>
                  <a:pt x="378168" y="158716"/>
                </a:lnTo>
                <a:lnTo>
                  <a:pt x="419979" y="139496"/>
                </a:lnTo>
                <a:lnTo>
                  <a:pt x="463071" y="121517"/>
                </a:lnTo>
                <a:lnTo>
                  <a:pt x="507359" y="104777"/>
                </a:lnTo>
                <a:lnTo>
                  <a:pt x="552757" y="89277"/>
                </a:lnTo>
                <a:lnTo>
                  <a:pt x="599181" y="75018"/>
                </a:lnTo>
                <a:lnTo>
                  <a:pt x="646544" y="61998"/>
                </a:lnTo>
                <a:lnTo>
                  <a:pt x="694761" y="50218"/>
                </a:lnTo>
                <a:lnTo>
                  <a:pt x="743748" y="39679"/>
                </a:lnTo>
                <a:lnTo>
                  <a:pt x="793417" y="30379"/>
                </a:lnTo>
                <a:lnTo>
                  <a:pt x="843685" y="22319"/>
                </a:lnTo>
                <a:lnTo>
                  <a:pt x="894464" y="15499"/>
                </a:lnTo>
                <a:lnTo>
                  <a:pt x="945672" y="9919"/>
                </a:lnTo>
                <a:lnTo>
                  <a:pt x="997220" y="5579"/>
                </a:lnTo>
                <a:lnTo>
                  <a:pt x="1049025" y="2479"/>
                </a:lnTo>
                <a:lnTo>
                  <a:pt x="1101001" y="619"/>
                </a:lnTo>
                <a:lnTo>
                  <a:pt x="1153062" y="0"/>
                </a:lnTo>
                <a:lnTo>
                  <a:pt x="1205124" y="619"/>
                </a:lnTo>
                <a:lnTo>
                  <a:pt x="1257100" y="2479"/>
                </a:lnTo>
                <a:lnTo>
                  <a:pt x="1308905" y="5579"/>
                </a:lnTo>
                <a:lnTo>
                  <a:pt x="1360453" y="9919"/>
                </a:lnTo>
                <a:lnTo>
                  <a:pt x="1411660" y="15499"/>
                </a:lnTo>
                <a:lnTo>
                  <a:pt x="1462440" y="22319"/>
                </a:lnTo>
                <a:lnTo>
                  <a:pt x="1512708" y="30379"/>
                </a:lnTo>
                <a:lnTo>
                  <a:pt x="1562377" y="39679"/>
                </a:lnTo>
                <a:lnTo>
                  <a:pt x="1611364" y="50218"/>
                </a:lnTo>
                <a:lnTo>
                  <a:pt x="1659581" y="61998"/>
                </a:lnTo>
                <a:lnTo>
                  <a:pt x="1706944" y="75018"/>
                </a:lnTo>
                <a:lnTo>
                  <a:pt x="1753368" y="89277"/>
                </a:lnTo>
                <a:lnTo>
                  <a:pt x="1798766" y="104777"/>
                </a:lnTo>
                <a:lnTo>
                  <a:pt x="1843054" y="121517"/>
                </a:lnTo>
                <a:lnTo>
                  <a:pt x="1886147" y="139496"/>
                </a:lnTo>
                <a:lnTo>
                  <a:pt x="1927958" y="158716"/>
                </a:lnTo>
                <a:lnTo>
                  <a:pt x="1968402" y="179175"/>
                </a:lnTo>
                <a:close/>
              </a:path>
            </a:pathLst>
          </a:custGeom>
          <a:ln w="761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49300" y="5283200"/>
            <a:ext cx="13506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Arial Rounded MT Bold"/>
                <a:cs typeface="Arial Rounded MT Bold"/>
              </a:rPr>
              <a:t>Malton</a:t>
            </a:r>
            <a:endParaRPr sz="3200">
              <a:latin typeface="Arial Rounded MT Bold"/>
              <a:cs typeface="Arial Rounded MT Bold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03330" y="1039797"/>
            <a:ext cx="1605022" cy="1980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58800" y="3136900"/>
            <a:ext cx="16865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 Rounded MT Bold"/>
                <a:cs typeface="Arial Rounded MT Bold"/>
              </a:rPr>
              <a:t>Ma</a:t>
            </a:r>
            <a:r>
              <a:rPr sz="3200" spc="-45" dirty="0">
                <a:latin typeface="Arial Rounded MT Bold"/>
                <a:cs typeface="Arial Rounded MT Bold"/>
              </a:rPr>
              <a:t>lw</a:t>
            </a:r>
            <a:r>
              <a:rPr sz="3200" spc="-5" dirty="0">
                <a:latin typeface="Arial Rounded MT Bold"/>
                <a:cs typeface="Arial Rounded MT Bold"/>
              </a:rPr>
              <a:t>a</a:t>
            </a:r>
            <a:r>
              <a:rPr sz="3200" spc="-80" dirty="0">
                <a:latin typeface="Arial Rounded MT Bold"/>
                <a:cs typeface="Arial Rounded MT Bold"/>
              </a:rPr>
              <a:t>r</a:t>
            </a:r>
            <a:r>
              <a:rPr sz="3200" dirty="0">
                <a:latin typeface="Arial Rounded MT Bold"/>
                <a:cs typeface="Arial Rounded MT Bold"/>
              </a:rPr>
              <a:t>e</a:t>
            </a:r>
            <a:endParaRPr sz="3200">
              <a:latin typeface="Arial Rounded MT Bold"/>
              <a:cs typeface="Arial Rounded MT Bold"/>
            </a:endParaRPr>
          </a:p>
        </p:txBody>
      </p:sp>
      <p:sp>
        <p:nvSpPr>
          <p:cNvPr id="36" name="日期占位符 35">
            <a:extLst>
              <a:ext uri="{FF2B5EF4-FFF2-40B4-BE49-F238E27FC236}">
                <a16:creationId xmlns:a16="http://schemas.microsoft.com/office/drawing/2014/main" id="{23457EF0-E677-45B7-A143-8DF902FBF1A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37" name="灯片编号占位符 36">
            <a:extLst>
              <a:ext uri="{FF2B5EF4-FFF2-40B4-BE49-F238E27FC236}">
                <a16:creationId xmlns:a16="http://schemas.microsoft.com/office/drawing/2014/main" id="{8BDECCD2-9247-444B-931E-2153B0E59B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838241" y="3210925"/>
            <a:ext cx="10837545" cy="39370"/>
          </a:xfrm>
          <a:custGeom>
            <a:avLst/>
            <a:gdLst/>
            <a:ahLst/>
            <a:cxnLst/>
            <a:rect l="l" t="t" r="r" b="b"/>
            <a:pathLst>
              <a:path w="10837545" h="39369">
                <a:moveTo>
                  <a:pt x="0" y="0"/>
                </a:moveTo>
                <a:lnTo>
                  <a:pt x="10836995" y="0"/>
                </a:lnTo>
              </a:path>
            </a:pathLst>
          </a:custGeom>
          <a:ln w="57150">
            <a:solidFill>
              <a:srgbClr val="FFD9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88868" y="3449617"/>
            <a:ext cx="2531334" cy="133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52368" y="3494066"/>
            <a:ext cx="2404334" cy="1203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52368" y="3517900"/>
            <a:ext cx="2404745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9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 Rounded MT Bold"/>
                <a:cs typeface="Arial Rounded MT Bold"/>
              </a:rPr>
              <a:t>libdvm.so</a:t>
            </a:r>
            <a:endParaRPr sz="2400">
              <a:latin typeface="Arial Rounded MT Bold"/>
              <a:cs typeface="Arial Rounded MT Bold"/>
            </a:endParaRPr>
          </a:p>
          <a:p>
            <a:pPr algn="ctr">
              <a:lnSpc>
                <a:spcPts val="2790"/>
              </a:lnSpc>
            </a:pP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Dalvik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bytecode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04754" y="535383"/>
            <a:ext cx="1699895" cy="520700"/>
          </a:xfrm>
          <a:custGeom>
            <a:avLst/>
            <a:gdLst/>
            <a:ahLst/>
            <a:cxnLst/>
            <a:rect l="l" t="t" r="r" b="b"/>
            <a:pathLst>
              <a:path w="1699895" h="520700">
                <a:moveTo>
                  <a:pt x="849780" y="0"/>
                </a:moveTo>
                <a:lnTo>
                  <a:pt x="795385" y="529"/>
                </a:lnTo>
                <a:lnTo>
                  <a:pt x="741170" y="2117"/>
                </a:lnTo>
                <a:lnTo>
                  <a:pt x="687313" y="4765"/>
                </a:lnTo>
                <a:lnTo>
                  <a:pt x="633993" y="8471"/>
                </a:lnTo>
                <a:lnTo>
                  <a:pt x="581390" y="13236"/>
                </a:lnTo>
                <a:lnTo>
                  <a:pt x="529682" y="19061"/>
                </a:lnTo>
                <a:lnTo>
                  <a:pt x="479050" y="25944"/>
                </a:lnTo>
                <a:lnTo>
                  <a:pt x="429672" y="33886"/>
                </a:lnTo>
                <a:lnTo>
                  <a:pt x="381727" y="42887"/>
                </a:lnTo>
                <a:lnTo>
                  <a:pt x="335395" y="52947"/>
                </a:lnTo>
                <a:lnTo>
                  <a:pt x="290854" y="64066"/>
                </a:lnTo>
                <a:lnTo>
                  <a:pt x="248285" y="76244"/>
                </a:lnTo>
                <a:lnTo>
                  <a:pt x="193110" y="94814"/>
                </a:lnTo>
                <a:lnTo>
                  <a:pt x="144833" y="114541"/>
                </a:lnTo>
                <a:lnTo>
                  <a:pt x="103452" y="135271"/>
                </a:lnTo>
                <a:lnTo>
                  <a:pt x="68968" y="156849"/>
                </a:lnTo>
                <a:lnTo>
                  <a:pt x="20690" y="201935"/>
                </a:lnTo>
                <a:lnTo>
                  <a:pt x="0" y="248563"/>
                </a:lnTo>
                <a:lnTo>
                  <a:pt x="0" y="272070"/>
                </a:lnTo>
                <a:lnTo>
                  <a:pt x="20690" y="318698"/>
                </a:lnTo>
                <a:lnTo>
                  <a:pt x="68968" y="363783"/>
                </a:lnTo>
                <a:lnTo>
                  <a:pt x="103452" y="385361"/>
                </a:lnTo>
                <a:lnTo>
                  <a:pt x="144833" y="406091"/>
                </a:lnTo>
                <a:lnTo>
                  <a:pt x="193110" y="425818"/>
                </a:lnTo>
                <a:lnTo>
                  <a:pt x="248285" y="444388"/>
                </a:lnTo>
                <a:lnTo>
                  <a:pt x="290854" y="456566"/>
                </a:lnTo>
                <a:lnTo>
                  <a:pt x="335395" y="467685"/>
                </a:lnTo>
                <a:lnTo>
                  <a:pt x="381727" y="477745"/>
                </a:lnTo>
                <a:lnTo>
                  <a:pt x="429672" y="486746"/>
                </a:lnTo>
                <a:lnTo>
                  <a:pt x="479050" y="494688"/>
                </a:lnTo>
                <a:lnTo>
                  <a:pt x="529682" y="501572"/>
                </a:lnTo>
                <a:lnTo>
                  <a:pt x="581390" y="507396"/>
                </a:lnTo>
                <a:lnTo>
                  <a:pt x="633993" y="512161"/>
                </a:lnTo>
                <a:lnTo>
                  <a:pt x="687313" y="515868"/>
                </a:lnTo>
                <a:lnTo>
                  <a:pt x="741170" y="518515"/>
                </a:lnTo>
                <a:lnTo>
                  <a:pt x="795385" y="520103"/>
                </a:lnTo>
                <a:lnTo>
                  <a:pt x="849780" y="520633"/>
                </a:lnTo>
                <a:lnTo>
                  <a:pt x="904175" y="520103"/>
                </a:lnTo>
                <a:lnTo>
                  <a:pt x="958391" y="518515"/>
                </a:lnTo>
                <a:lnTo>
                  <a:pt x="1012248" y="515868"/>
                </a:lnTo>
                <a:lnTo>
                  <a:pt x="1065568" y="512161"/>
                </a:lnTo>
                <a:lnTo>
                  <a:pt x="1118171" y="507396"/>
                </a:lnTo>
                <a:lnTo>
                  <a:pt x="1169878" y="501572"/>
                </a:lnTo>
                <a:lnTo>
                  <a:pt x="1220510" y="494688"/>
                </a:lnTo>
                <a:lnTo>
                  <a:pt x="1269888" y="486746"/>
                </a:lnTo>
                <a:lnTo>
                  <a:pt x="1317833" y="477745"/>
                </a:lnTo>
                <a:lnTo>
                  <a:pt x="1364165" y="467685"/>
                </a:lnTo>
                <a:lnTo>
                  <a:pt x="1408706" y="456566"/>
                </a:lnTo>
                <a:lnTo>
                  <a:pt x="1451276" y="444388"/>
                </a:lnTo>
                <a:lnTo>
                  <a:pt x="1506450" y="425818"/>
                </a:lnTo>
                <a:lnTo>
                  <a:pt x="1554728" y="406091"/>
                </a:lnTo>
                <a:lnTo>
                  <a:pt x="1596109" y="385361"/>
                </a:lnTo>
                <a:lnTo>
                  <a:pt x="1630593" y="363783"/>
                </a:lnTo>
                <a:lnTo>
                  <a:pt x="1678871" y="318698"/>
                </a:lnTo>
                <a:lnTo>
                  <a:pt x="1699561" y="272070"/>
                </a:lnTo>
                <a:lnTo>
                  <a:pt x="1699561" y="248563"/>
                </a:lnTo>
                <a:lnTo>
                  <a:pt x="1678871" y="201935"/>
                </a:lnTo>
                <a:lnTo>
                  <a:pt x="1630593" y="156849"/>
                </a:lnTo>
                <a:lnTo>
                  <a:pt x="1596109" y="135271"/>
                </a:lnTo>
                <a:lnTo>
                  <a:pt x="1554728" y="114541"/>
                </a:lnTo>
                <a:lnTo>
                  <a:pt x="1506450" y="94814"/>
                </a:lnTo>
                <a:lnTo>
                  <a:pt x="1451276" y="76244"/>
                </a:lnTo>
                <a:lnTo>
                  <a:pt x="1408706" y="64066"/>
                </a:lnTo>
                <a:lnTo>
                  <a:pt x="1364165" y="52947"/>
                </a:lnTo>
                <a:lnTo>
                  <a:pt x="1317833" y="42887"/>
                </a:lnTo>
                <a:lnTo>
                  <a:pt x="1269888" y="33886"/>
                </a:lnTo>
                <a:lnTo>
                  <a:pt x="1220510" y="25944"/>
                </a:lnTo>
                <a:lnTo>
                  <a:pt x="1169878" y="19061"/>
                </a:lnTo>
                <a:lnTo>
                  <a:pt x="1118171" y="13236"/>
                </a:lnTo>
                <a:lnTo>
                  <a:pt x="1065568" y="8471"/>
                </a:lnTo>
                <a:lnTo>
                  <a:pt x="1012248" y="4765"/>
                </a:lnTo>
                <a:lnTo>
                  <a:pt x="958391" y="2117"/>
                </a:lnTo>
                <a:lnTo>
                  <a:pt x="904175" y="529"/>
                </a:lnTo>
                <a:lnTo>
                  <a:pt x="849780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04754" y="535382"/>
            <a:ext cx="1699895" cy="520700"/>
          </a:xfrm>
          <a:custGeom>
            <a:avLst/>
            <a:gdLst/>
            <a:ahLst/>
            <a:cxnLst/>
            <a:rect l="l" t="t" r="r" b="b"/>
            <a:pathLst>
              <a:path w="1699895" h="520700">
                <a:moveTo>
                  <a:pt x="1451276" y="76245"/>
                </a:moveTo>
                <a:lnTo>
                  <a:pt x="1506450" y="94815"/>
                </a:lnTo>
                <a:lnTo>
                  <a:pt x="1554728" y="114542"/>
                </a:lnTo>
                <a:lnTo>
                  <a:pt x="1596109" y="135271"/>
                </a:lnTo>
                <a:lnTo>
                  <a:pt x="1630593" y="156850"/>
                </a:lnTo>
                <a:lnTo>
                  <a:pt x="1678871" y="201935"/>
                </a:lnTo>
                <a:lnTo>
                  <a:pt x="1699561" y="248563"/>
                </a:lnTo>
                <a:lnTo>
                  <a:pt x="1699561" y="272070"/>
                </a:lnTo>
                <a:lnTo>
                  <a:pt x="1678871" y="318698"/>
                </a:lnTo>
                <a:lnTo>
                  <a:pt x="1630593" y="363783"/>
                </a:lnTo>
                <a:lnTo>
                  <a:pt x="1596109" y="385361"/>
                </a:lnTo>
                <a:lnTo>
                  <a:pt x="1554728" y="406091"/>
                </a:lnTo>
                <a:lnTo>
                  <a:pt x="1506450" y="425818"/>
                </a:lnTo>
                <a:lnTo>
                  <a:pt x="1451276" y="444388"/>
                </a:lnTo>
                <a:lnTo>
                  <a:pt x="1408706" y="456566"/>
                </a:lnTo>
                <a:lnTo>
                  <a:pt x="1364165" y="467686"/>
                </a:lnTo>
                <a:lnTo>
                  <a:pt x="1317833" y="477746"/>
                </a:lnTo>
                <a:lnTo>
                  <a:pt x="1269888" y="486747"/>
                </a:lnTo>
                <a:lnTo>
                  <a:pt x="1220510" y="494689"/>
                </a:lnTo>
                <a:lnTo>
                  <a:pt x="1169878" y="501572"/>
                </a:lnTo>
                <a:lnTo>
                  <a:pt x="1118171" y="507397"/>
                </a:lnTo>
                <a:lnTo>
                  <a:pt x="1065568" y="512162"/>
                </a:lnTo>
                <a:lnTo>
                  <a:pt x="1012248" y="515868"/>
                </a:lnTo>
                <a:lnTo>
                  <a:pt x="958391" y="518516"/>
                </a:lnTo>
                <a:lnTo>
                  <a:pt x="904175" y="520104"/>
                </a:lnTo>
                <a:lnTo>
                  <a:pt x="849780" y="520634"/>
                </a:lnTo>
                <a:lnTo>
                  <a:pt x="795386" y="520104"/>
                </a:lnTo>
                <a:lnTo>
                  <a:pt x="741170" y="518516"/>
                </a:lnTo>
                <a:lnTo>
                  <a:pt x="687313" y="515868"/>
                </a:lnTo>
                <a:lnTo>
                  <a:pt x="633993" y="512162"/>
                </a:lnTo>
                <a:lnTo>
                  <a:pt x="581390" y="507397"/>
                </a:lnTo>
                <a:lnTo>
                  <a:pt x="529683" y="501572"/>
                </a:lnTo>
                <a:lnTo>
                  <a:pt x="479050" y="494689"/>
                </a:lnTo>
                <a:lnTo>
                  <a:pt x="429672" y="486747"/>
                </a:lnTo>
                <a:lnTo>
                  <a:pt x="381728" y="477746"/>
                </a:lnTo>
                <a:lnTo>
                  <a:pt x="335395" y="467686"/>
                </a:lnTo>
                <a:lnTo>
                  <a:pt x="290855" y="456566"/>
                </a:lnTo>
                <a:lnTo>
                  <a:pt x="248285" y="444388"/>
                </a:lnTo>
                <a:lnTo>
                  <a:pt x="193110" y="425818"/>
                </a:lnTo>
                <a:lnTo>
                  <a:pt x="144833" y="406091"/>
                </a:lnTo>
                <a:lnTo>
                  <a:pt x="103452" y="385361"/>
                </a:lnTo>
                <a:lnTo>
                  <a:pt x="68968" y="363783"/>
                </a:lnTo>
                <a:lnTo>
                  <a:pt x="20690" y="318698"/>
                </a:lnTo>
                <a:lnTo>
                  <a:pt x="0" y="272070"/>
                </a:lnTo>
                <a:lnTo>
                  <a:pt x="0" y="248563"/>
                </a:lnTo>
                <a:lnTo>
                  <a:pt x="6896" y="225133"/>
                </a:lnTo>
                <a:lnTo>
                  <a:pt x="41380" y="179122"/>
                </a:lnTo>
                <a:lnTo>
                  <a:pt x="103452" y="135271"/>
                </a:lnTo>
                <a:lnTo>
                  <a:pt x="144833" y="114542"/>
                </a:lnTo>
                <a:lnTo>
                  <a:pt x="193110" y="94815"/>
                </a:lnTo>
                <a:lnTo>
                  <a:pt x="248285" y="76245"/>
                </a:lnTo>
                <a:lnTo>
                  <a:pt x="290855" y="64067"/>
                </a:lnTo>
                <a:lnTo>
                  <a:pt x="335395" y="52947"/>
                </a:lnTo>
                <a:lnTo>
                  <a:pt x="381728" y="42887"/>
                </a:lnTo>
                <a:lnTo>
                  <a:pt x="429672" y="33886"/>
                </a:lnTo>
                <a:lnTo>
                  <a:pt x="479050" y="25944"/>
                </a:lnTo>
                <a:lnTo>
                  <a:pt x="529683" y="19061"/>
                </a:lnTo>
                <a:lnTo>
                  <a:pt x="581390" y="13236"/>
                </a:lnTo>
                <a:lnTo>
                  <a:pt x="633993" y="8471"/>
                </a:lnTo>
                <a:lnTo>
                  <a:pt x="687313" y="4765"/>
                </a:lnTo>
                <a:lnTo>
                  <a:pt x="741170" y="2117"/>
                </a:lnTo>
                <a:lnTo>
                  <a:pt x="795386" y="529"/>
                </a:lnTo>
                <a:lnTo>
                  <a:pt x="849780" y="0"/>
                </a:lnTo>
                <a:lnTo>
                  <a:pt x="904175" y="529"/>
                </a:lnTo>
                <a:lnTo>
                  <a:pt x="958391" y="2117"/>
                </a:lnTo>
                <a:lnTo>
                  <a:pt x="1012248" y="4765"/>
                </a:lnTo>
                <a:lnTo>
                  <a:pt x="1065568" y="8471"/>
                </a:lnTo>
                <a:lnTo>
                  <a:pt x="1118171" y="13236"/>
                </a:lnTo>
                <a:lnTo>
                  <a:pt x="1169878" y="19061"/>
                </a:lnTo>
                <a:lnTo>
                  <a:pt x="1220510" y="25944"/>
                </a:lnTo>
                <a:lnTo>
                  <a:pt x="1269888" y="33886"/>
                </a:lnTo>
                <a:lnTo>
                  <a:pt x="1317833" y="42887"/>
                </a:lnTo>
                <a:lnTo>
                  <a:pt x="1364165" y="52947"/>
                </a:lnTo>
                <a:lnTo>
                  <a:pt x="1408706" y="64067"/>
                </a:lnTo>
                <a:lnTo>
                  <a:pt x="1451276" y="76245"/>
                </a:lnTo>
                <a:close/>
              </a:path>
            </a:pathLst>
          </a:custGeom>
          <a:ln w="12700">
            <a:solidFill>
              <a:srgbClr val="AD5B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87900" y="622300"/>
            <a:ext cx="5365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Arial Rounded MT Bold"/>
                <a:cs typeface="Arial Rounded MT Bold"/>
              </a:rPr>
              <a:t>D</a:t>
            </a:r>
            <a:r>
              <a:rPr sz="2000" dirty="0">
                <a:solidFill>
                  <a:srgbClr val="FFFFFF"/>
                </a:solidFill>
                <a:latin typeface="Arial Rounded MT Bold"/>
                <a:cs typeface="Arial Rounded MT Bold"/>
              </a:rPr>
              <a:t>EX</a:t>
            </a:r>
            <a:endParaRPr sz="2000">
              <a:latin typeface="Arial Rounded MT Bold"/>
              <a:cs typeface="Arial Rounded MT 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52907" y="1472543"/>
            <a:ext cx="1803400" cy="614045"/>
          </a:xfrm>
          <a:prstGeom prst="rect">
            <a:avLst/>
          </a:prstGeom>
          <a:solidFill>
            <a:srgbClr val="5B9BD5"/>
          </a:solidFill>
          <a:ln w="12700">
            <a:solidFill>
              <a:srgbClr val="42719B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481965">
              <a:lnSpc>
                <a:spcPct val="100000"/>
              </a:lnSpc>
              <a:spcBef>
                <a:spcPts val="1105"/>
              </a:spcBef>
            </a:pPr>
            <a:r>
              <a:rPr sz="20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dexopt</a:t>
            </a:r>
            <a:endParaRPr sz="2000">
              <a:latin typeface="Arial Rounded MT Bold"/>
              <a:cs typeface="Arial Rounded MT Bold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04754" y="2502725"/>
            <a:ext cx="1699895" cy="575310"/>
          </a:xfrm>
          <a:custGeom>
            <a:avLst/>
            <a:gdLst/>
            <a:ahLst/>
            <a:cxnLst/>
            <a:rect l="l" t="t" r="r" b="b"/>
            <a:pathLst>
              <a:path w="1699895" h="575310">
                <a:moveTo>
                  <a:pt x="849780" y="0"/>
                </a:moveTo>
                <a:lnTo>
                  <a:pt x="795385" y="584"/>
                </a:lnTo>
                <a:lnTo>
                  <a:pt x="741170" y="2338"/>
                </a:lnTo>
                <a:lnTo>
                  <a:pt x="687313" y="5261"/>
                </a:lnTo>
                <a:lnTo>
                  <a:pt x="633993" y="9353"/>
                </a:lnTo>
                <a:lnTo>
                  <a:pt x="581390" y="14614"/>
                </a:lnTo>
                <a:lnTo>
                  <a:pt x="529682" y="21044"/>
                </a:lnTo>
                <a:lnTo>
                  <a:pt x="479050" y="28644"/>
                </a:lnTo>
                <a:lnTo>
                  <a:pt x="429672" y="37412"/>
                </a:lnTo>
                <a:lnTo>
                  <a:pt x="381727" y="47350"/>
                </a:lnTo>
                <a:lnTo>
                  <a:pt x="335395" y="58457"/>
                </a:lnTo>
                <a:lnTo>
                  <a:pt x="290854" y="70733"/>
                </a:lnTo>
                <a:lnTo>
                  <a:pt x="248285" y="84179"/>
                </a:lnTo>
                <a:lnTo>
                  <a:pt x="193110" y="104681"/>
                </a:lnTo>
                <a:lnTo>
                  <a:pt x="144833" y="126461"/>
                </a:lnTo>
                <a:lnTo>
                  <a:pt x="103452" y="149348"/>
                </a:lnTo>
                <a:lnTo>
                  <a:pt x="68968" y="173172"/>
                </a:lnTo>
                <a:lnTo>
                  <a:pt x="20690" y="222949"/>
                </a:lnTo>
                <a:lnTo>
                  <a:pt x="0" y="274429"/>
                </a:lnTo>
                <a:lnTo>
                  <a:pt x="0" y="300382"/>
                </a:lnTo>
                <a:lnTo>
                  <a:pt x="20690" y="351862"/>
                </a:lnTo>
                <a:lnTo>
                  <a:pt x="68968" y="401639"/>
                </a:lnTo>
                <a:lnTo>
                  <a:pt x="103452" y="425463"/>
                </a:lnTo>
                <a:lnTo>
                  <a:pt x="144833" y="448350"/>
                </a:lnTo>
                <a:lnTo>
                  <a:pt x="193110" y="470130"/>
                </a:lnTo>
                <a:lnTo>
                  <a:pt x="248285" y="490632"/>
                </a:lnTo>
                <a:lnTo>
                  <a:pt x="290854" y="504077"/>
                </a:lnTo>
                <a:lnTo>
                  <a:pt x="335395" y="516353"/>
                </a:lnTo>
                <a:lnTo>
                  <a:pt x="381727" y="527460"/>
                </a:lnTo>
                <a:lnTo>
                  <a:pt x="429672" y="537398"/>
                </a:lnTo>
                <a:lnTo>
                  <a:pt x="479050" y="546167"/>
                </a:lnTo>
                <a:lnTo>
                  <a:pt x="529682" y="553766"/>
                </a:lnTo>
                <a:lnTo>
                  <a:pt x="581390" y="560197"/>
                </a:lnTo>
                <a:lnTo>
                  <a:pt x="633993" y="565458"/>
                </a:lnTo>
                <a:lnTo>
                  <a:pt x="687313" y="569550"/>
                </a:lnTo>
                <a:lnTo>
                  <a:pt x="741170" y="572473"/>
                </a:lnTo>
                <a:lnTo>
                  <a:pt x="795385" y="574226"/>
                </a:lnTo>
                <a:lnTo>
                  <a:pt x="849780" y="574811"/>
                </a:lnTo>
                <a:lnTo>
                  <a:pt x="904175" y="574226"/>
                </a:lnTo>
                <a:lnTo>
                  <a:pt x="958391" y="572473"/>
                </a:lnTo>
                <a:lnTo>
                  <a:pt x="1012248" y="569550"/>
                </a:lnTo>
                <a:lnTo>
                  <a:pt x="1065568" y="565458"/>
                </a:lnTo>
                <a:lnTo>
                  <a:pt x="1118171" y="560197"/>
                </a:lnTo>
                <a:lnTo>
                  <a:pt x="1169878" y="553766"/>
                </a:lnTo>
                <a:lnTo>
                  <a:pt x="1220510" y="546167"/>
                </a:lnTo>
                <a:lnTo>
                  <a:pt x="1269888" y="537398"/>
                </a:lnTo>
                <a:lnTo>
                  <a:pt x="1317833" y="527460"/>
                </a:lnTo>
                <a:lnTo>
                  <a:pt x="1364165" y="516353"/>
                </a:lnTo>
                <a:lnTo>
                  <a:pt x="1408706" y="504077"/>
                </a:lnTo>
                <a:lnTo>
                  <a:pt x="1451276" y="490632"/>
                </a:lnTo>
                <a:lnTo>
                  <a:pt x="1506450" y="470130"/>
                </a:lnTo>
                <a:lnTo>
                  <a:pt x="1554728" y="448350"/>
                </a:lnTo>
                <a:lnTo>
                  <a:pt x="1596109" y="425463"/>
                </a:lnTo>
                <a:lnTo>
                  <a:pt x="1630593" y="401639"/>
                </a:lnTo>
                <a:lnTo>
                  <a:pt x="1678871" y="351862"/>
                </a:lnTo>
                <a:lnTo>
                  <a:pt x="1699561" y="300382"/>
                </a:lnTo>
                <a:lnTo>
                  <a:pt x="1699561" y="274429"/>
                </a:lnTo>
                <a:lnTo>
                  <a:pt x="1692664" y="248561"/>
                </a:lnTo>
                <a:lnTo>
                  <a:pt x="1658180" y="197762"/>
                </a:lnTo>
                <a:lnTo>
                  <a:pt x="1596109" y="149348"/>
                </a:lnTo>
                <a:lnTo>
                  <a:pt x="1554728" y="126461"/>
                </a:lnTo>
                <a:lnTo>
                  <a:pt x="1506450" y="104681"/>
                </a:lnTo>
                <a:lnTo>
                  <a:pt x="1451276" y="84179"/>
                </a:lnTo>
                <a:lnTo>
                  <a:pt x="1408706" y="70733"/>
                </a:lnTo>
                <a:lnTo>
                  <a:pt x="1364165" y="58457"/>
                </a:lnTo>
                <a:lnTo>
                  <a:pt x="1317833" y="47350"/>
                </a:lnTo>
                <a:lnTo>
                  <a:pt x="1269888" y="37412"/>
                </a:lnTo>
                <a:lnTo>
                  <a:pt x="1220510" y="28644"/>
                </a:lnTo>
                <a:lnTo>
                  <a:pt x="1169878" y="21044"/>
                </a:lnTo>
                <a:lnTo>
                  <a:pt x="1118171" y="14614"/>
                </a:lnTo>
                <a:lnTo>
                  <a:pt x="1065568" y="9353"/>
                </a:lnTo>
                <a:lnTo>
                  <a:pt x="1012248" y="5261"/>
                </a:lnTo>
                <a:lnTo>
                  <a:pt x="958391" y="2338"/>
                </a:lnTo>
                <a:lnTo>
                  <a:pt x="904175" y="584"/>
                </a:lnTo>
                <a:lnTo>
                  <a:pt x="849780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04754" y="2502725"/>
            <a:ext cx="1699895" cy="575310"/>
          </a:xfrm>
          <a:custGeom>
            <a:avLst/>
            <a:gdLst/>
            <a:ahLst/>
            <a:cxnLst/>
            <a:rect l="l" t="t" r="r" b="b"/>
            <a:pathLst>
              <a:path w="1699895" h="575310">
                <a:moveTo>
                  <a:pt x="1451276" y="84179"/>
                </a:moveTo>
                <a:lnTo>
                  <a:pt x="1506450" y="104681"/>
                </a:lnTo>
                <a:lnTo>
                  <a:pt x="1554728" y="126461"/>
                </a:lnTo>
                <a:lnTo>
                  <a:pt x="1596109" y="149348"/>
                </a:lnTo>
                <a:lnTo>
                  <a:pt x="1630593" y="173172"/>
                </a:lnTo>
                <a:lnTo>
                  <a:pt x="1678871" y="222949"/>
                </a:lnTo>
                <a:lnTo>
                  <a:pt x="1699561" y="274429"/>
                </a:lnTo>
                <a:lnTo>
                  <a:pt x="1699561" y="300382"/>
                </a:lnTo>
                <a:lnTo>
                  <a:pt x="1678871" y="351862"/>
                </a:lnTo>
                <a:lnTo>
                  <a:pt x="1630593" y="401639"/>
                </a:lnTo>
                <a:lnTo>
                  <a:pt x="1596109" y="425463"/>
                </a:lnTo>
                <a:lnTo>
                  <a:pt x="1554728" y="448350"/>
                </a:lnTo>
                <a:lnTo>
                  <a:pt x="1506450" y="470130"/>
                </a:lnTo>
                <a:lnTo>
                  <a:pt x="1451276" y="490632"/>
                </a:lnTo>
                <a:lnTo>
                  <a:pt x="1408706" y="504078"/>
                </a:lnTo>
                <a:lnTo>
                  <a:pt x="1364165" y="516354"/>
                </a:lnTo>
                <a:lnTo>
                  <a:pt x="1317833" y="527461"/>
                </a:lnTo>
                <a:lnTo>
                  <a:pt x="1269888" y="537399"/>
                </a:lnTo>
                <a:lnTo>
                  <a:pt x="1220510" y="546167"/>
                </a:lnTo>
                <a:lnTo>
                  <a:pt x="1169878" y="553767"/>
                </a:lnTo>
                <a:lnTo>
                  <a:pt x="1118171" y="560197"/>
                </a:lnTo>
                <a:lnTo>
                  <a:pt x="1065568" y="565458"/>
                </a:lnTo>
                <a:lnTo>
                  <a:pt x="1012248" y="569550"/>
                </a:lnTo>
                <a:lnTo>
                  <a:pt x="958391" y="572473"/>
                </a:lnTo>
                <a:lnTo>
                  <a:pt x="904175" y="574227"/>
                </a:lnTo>
                <a:lnTo>
                  <a:pt x="849780" y="574812"/>
                </a:lnTo>
                <a:lnTo>
                  <a:pt x="795386" y="574227"/>
                </a:lnTo>
                <a:lnTo>
                  <a:pt x="741170" y="572473"/>
                </a:lnTo>
                <a:lnTo>
                  <a:pt x="687313" y="569550"/>
                </a:lnTo>
                <a:lnTo>
                  <a:pt x="633993" y="565458"/>
                </a:lnTo>
                <a:lnTo>
                  <a:pt x="581390" y="560197"/>
                </a:lnTo>
                <a:lnTo>
                  <a:pt x="529683" y="553767"/>
                </a:lnTo>
                <a:lnTo>
                  <a:pt x="479050" y="546167"/>
                </a:lnTo>
                <a:lnTo>
                  <a:pt x="429672" y="537399"/>
                </a:lnTo>
                <a:lnTo>
                  <a:pt x="381728" y="527461"/>
                </a:lnTo>
                <a:lnTo>
                  <a:pt x="335395" y="516354"/>
                </a:lnTo>
                <a:lnTo>
                  <a:pt x="290855" y="504078"/>
                </a:lnTo>
                <a:lnTo>
                  <a:pt x="248285" y="490632"/>
                </a:lnTo>
                <a:lnTo>
                  <a:pt x="193110" y="470130"/>
                </a:lnTo>
                <a:lnTo>
                  <a:pt x="144833" y="448350"/>
                </a:lnTo>
                <a:lnTo>
                  <a:pt x="103452" y="425463"/>
                </a:lnTo>
                <a:lnTo>
                  <a:pt x="68968" y="401639"/>
                </a:lnTo>
                <a:lnTo>
                  <a:pt x="20690" y="351862"/>
                </a:lnTo>
                <a:lnTo>
                  <a:pt x="0" y="300382"/>
                </a:lnTo>
                <a:lnTo>
                  <a:pt x="0" y="274429"/>
                </a:lnTo>
                <a:lnTo>
                  <a:pt x="6896" y="248561"/>
                </a:lnTo>
                <a:lnTo>
                  <a:pt x="41380" y="197762"/>
                </a:lnTo>
                <a:lnTo>
                  <a:pt x="103452" y="149348"/>
                </a:lnTo>
                <a:lnTo>
                  <a:pt x="144833" y="126461"/>
                </a:lnTo>
                <a:lnTo>
                  <a:pt x="193110" y="104681"/>
                </a:lnTo>
                <a:lnTo>
                  <a:pt x="248285" y="84179"/>
                </a:lnTo>
                <a:lnTo>
                  <a:pt x="290855" y="70733"/>
                </a:lnTo>
                <a:lnTo>
                  <a:pt x="335395" y="58457"/>
                </a:lnTo>
                <a:lnTo>
                  <a:pt x="381728" y="47350"/>
                </a:lnTo>
                <a:lnTo>
                  <a:pt x="429672" y="37413"/>
                </a:lnTo>
                <a:lnTo>
                  <a:pt x="479050" y="28644"/>
                </a:lnTo>
                <a:lnTo>
                  <a:pt x="529683" y="21044"/>
                </a:lnTo>
                <a:lnTo>
                  <a:pt x="581390" y="14614"/>
                </a:lnTo>
                <a:lnTo>
                  <a:pt x="633993" y="9353"/>
                </a:lnTo>
                <a:lnTo>
                  <a:pt x="687313" y="5261"/>
                </a:lnTo>
                <a:lnTo>
                  <a:pt x="741170" y="2338"/>
                </a:lnTo>
                <a:lnTo>
                  <a:pt x="795386" y="584"/>
                </a:lnTo>
                <a:lnTo>
                  <a:pt x="849780" y="0"/>
                </a:lnTo>
                <a:lnTo>
                  <a:pt x="904175" y="584"/>
                </a:lnTo>
                <a:lnTo>
                  <a:pt x="958391" y="2338"/>
                </a:lnTo>
                <a:lnTo>
                  <a:pt x="1012248" y="5261"/>
                </a:lnTo>
                <a:lnTo>
                  <a:pt x="1065568" y="9353"/>
                </a:lnTo>
                <a:lnTo>
                  <a:pt x="1118171" y="14614"/>
                </a:lnTo>
                <a:lnTo>
                  <a:pt x="1169878" y="21044"/>
                </a:lnTo>
                <a:lnTo>
                  <a:pt x="1220510" y="28644"/>
                </a:lnTo>
                <a:lnTo>
                  <a:pt x="1269888" y="37413"/>
                </a:lnTo>
                <a:lnTo>
                  <a:pt x="1317833" y="47350"/>
                </a:lnTo>
                <a:lnTo>
                  <a:pt x="1364165" y="58457"/>
                </a:lnTo>
                <a:lnTo>
                  <a:pt x="1408706" y="70733"/>
                </a:lnTo>
                <a:lnTo>
                  <a:pt x="1451276" y="84179"/>
                </a:lnTo>
                <a:close/>
              </a:path>
            </a:pathLst>
          </a:custGeom>
          <a:ln w="12699">
            <a:solidFill>
              <a:srgbClr val="AD5B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86300" y="2616200"/>
            <a:ext cx="7378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 Rounded MT Bold"/>
                <a:cs typeface="Arial Rounded MT Bold"/>
              </a:rPr>
              <a:t>ODEX</a:t>
            </a:r>
            <a:endParaRPr sz="2000">
              <a:latin typeface="Arial Rounded MT Bold"/>
              <a:cs typeface="Arial Rounded MT 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01900" y="469900"/>
            <a:ext cx="1173480" cy="6223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60"/>
              </a:spcBef>
            </a:pPr>
            <a:r>
              <a:rPr sz="2000" spc="-5" dirty="0">
                <a:solidFill>
                  <a:srgbClr val="002060"/>
                </a:solidFill>
                <a:latin typeface="Arial Rounded MT Bold"/>
                <a:cs typeface="Arial Rounded MT Bold"/>
              </a:rPr>
              <a:t>Dalvik  </a:t>
            </a:r>
            <a:r>
              <a:rPr sz="2000" spc="-30" dirty="0">
                <a:solidFill>
                  <a:srgbClr val="002060"/>
                </a:solidFill>
                <a:latin typeface="Arial Rounded MT Bold"/>
                <a:cs typeface="Arial Rounded MT Bold"/>
              </a:rPr>
              <a:t>b</a:t>
            </a:r>
            <a:r>
              <a:rPr sz="2000" dirty="0">
                <a:solidFill>
                  <a:srgbClr val="002060"/>
                </a:solidFill>
                <a:latin typeface="Arial Rounded MT Bold"/>
                <a:cs typeface="Arial Rounded MT Bold"/>
              </a:rPr>
              <a:t>yte</a:t>
            </a:r>
            <a:r>
              <a:rPr sz="2000" spc="-5" dirty="0">
                <a:solidFill>
                  <a:srgbClr val="002060"/>
                </a:solidFill>
                <a:latin typeface="Arial Rounded MT Bold"/>
                <a:cs typeface="Arial Rounded MT Bold"/>
              </a:rPr>
              <a:t>c</a:t>
            </a:r>
            <a:r>
              <a:rPr sz="2000" dirty="0">
                <a:solidFill>
                  <a:srgbClr val="002060"/>
                </a:solidFill>
                <a:latin typeface="Arial Rounded MT Bold"/>
                <a:cs typeface="Arial Rounded MT Bold"/>
              </a:rPr>
              <a:t>ode</a:t>
            </a:r>
            <a:endParaRPr sz="2000">
              <a:latin typeface="Arial Rounded MT Bold"/>
              <a:cs typeface="Arial Rounded MT Bol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01900" y="1549400"/>
            <a:ext cx="15011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BF9000"/>
                </a:solidFill>
                <a:latin typeface="Arial Rounded MT Bold"/>
                <a:cs typeface="Arial Rounded MT Bold"/>
              </a:rPr>
              <a:t>Just </a:t>
            </a:r>
            <a:r>
              <a:rPr sz="2000" dirty="0">
                <a:solidFill>
                  <a:srgbClr val="BF9000"/>
                </a:solidFill>
                <a:latin typeface="Arial Rounded MT Bold"/>
                <a:cs typeface="Arial Rounded MT Bold"/>
              </a:rPr>
              <a:t>in</a:t>
            </a:r>
            <a:r>
              <a:rPr sz="2000" spc="-70" dirty="0">
                <a:solidFill>
                  <a:srgbClr val="BF9000"/>
                </a:solidFill>
                <a:latin typeface="Arial Rounded MT Bold"/>
                <a:cs typeface="Arial Rounded MT Bold"/>
              </a:rPr>
              <a:t> </a:t>
            </a:r>
            <a:r>
              <a:rPr sz="2000" spc="-10" dirty="0">
                <a:solidFill>
                  <a:srgbClr val="BF9000"/>
                </a:solidFill>
                <a:latin typeface="Arial Rounded MT Bold"/>
                <a:cs typeface="Arial Rounded MT Bold"/>
              </a:rPr>
              <a:t>Time</a:t>
            </a:r>
            <a:endParaRPr sz="2000">
              <a:latin typeface="Arial Rounded MT Bold"/>
              <a:cs typeface="Arial Rounded MT 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01900" y="2311400"/>
            <a:ext cx="1276350" cy="6223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60"/>
              </a:spcBef>
            </a:pPr>
            <a:r>
              <a:rPr sz="2000" dirty="0">
                <a:solidFill>
                  <a:srgbClr val="002060"/>
                </a:solidFill>
                <a:latin typeface="Arial Rounded MT Bold"/>
                <a:cs typeface="Arial Rounded MT Bold"/>
              </a:rPr>
              <a:t>Opti</a:t>
            </a:r>
            <a:r>
              <a:rPr sz="2000" spc="-5" dirty="0">
                <a:solidFill>
                  <a:srgbClr val="002060"/>
                </a:solidFill>
                <a:latin typeface="Arial Rounded MT Bold"/>
                <a:cs typeface="Arial Rounded MT Bold"/>
              </a:rPr>
              <a:t>m</a:t>
            </a:r>
            <a:r>
              <a:rPr sz="2000" dirty="0">
                <a:solidFill>
                  <a:srgbClr val="002060"/>
                </a:solidFill>
                <a:latin typeface="Arial Rounded MT Bold"/>
                <a:cs typeface="Arial Rounded MT Bold"/>
              </a:rPr>
              <a:t>i</a:t>
            </a:r>
            <a:r>
              <a:rPr sz="2000" spc="-30" dirty="0">
                <a:solidFill>
                  <a:srgbClr val="002060"/>
                </a:solidFill>
                <a:latin typeface="Arial Rounded MT Bold"/>
                <a:cs typeface="Arial Rounded MT Bold"/>
              </a:rPr>
              <a:t>z</a:t>
            </a:r>
            <a:r>
              <a:rPr sz="2000" spc="-5" dirty="0">
                <a:solidFill>
                  <a:srgbClr val="002060"/>
                </a:solidFill>
                <a:latin typeface="Arial Rounded MT Bold"/>
                <a:cs typeface="Arial Rounded MT Bold"/>
              </a:rPr>
              <a:t>e</a:t>
            </a:r>
            <a:r>
              <a:rPr sz="2000" dirty="0">
                <a:solidFill>
                  <a:srgbClr val="002060"/>
                </a:solidFill>
                <a:latin typeface="Arial Rounded MT Bold"/>
                <a:cs typeface="Arial Rounded MT Bold"/>
              </a:rPr>
              <a:t>d  </a:t>
            </a:r>
            <a:r>
              <a:rPr sz="2000" spc="-5" dirty="0">
                <a:solidFill>
                  <a:srgbClr val="002060"/>
                </a:solidFill>
                <a:latin typeface="Arial Rounded MT Bold"/>
                <a:cs typeface="Arial Rounded MT Bold"/>
              </a:rPr>
              <a:t>bytecode</a:t>
            </a:r>
            <a:endParaRPr sz="2000">
              <a:latin typeface="Arial Rounded MT Bold"/>
              <a:cs typeface="Arial Rounded MT Bol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7000" y="3886200"/>
            <a:ext cx="1246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solidFill>
                  <a:srgbClr val="BF9000"/>
                </a:solidFill>
                <a:latin typeface="Arial Rounded MT Bold"/>
                <a:cs typeface="Arial Rounded MT Bold"/>
              </a:rPr>
              <a:t>R</a:t>
            </a:r>
            <a:r>
              <a:rPr sz="2400" dirty="0">
                <a:solidFill>
                  <a:srgbClr val="BF9000"/>
                </a:solidFill>
                <a:latin typeface="Arial Rounded MT Bold"/>
                <a:cs typeface="Arial Rounded MT Bold"/>
              </a:rPr>
              <a:t>unti</a:t>
            </a:r>
            <a:r>
              <a:rPr sz="2400" spc="-5" dirty="0">
                <a:solidFill>
                  <a:srgbClr val="BF9000"/>
                </a:solidFill>
                <a:latin typeface="Arial Rounded MT Bold"/>
                <a:cs typeface="Arial Rounded MT Bold"/>
              </a:rPr>
              <a:t>m</a:t>
            </a:r>
            <a:r>
              <a:rPr sz="2400" dirty="0">
                <a:solidFill>
                  <a:srgbClr val="BF9000"/>
                </a:solidFill>
                <a:latin typeface="Arial Rounded MT Bold"/>
                <a:cs typeface="Arial Rounded MT Bold"/>
              </a:rPr>
              <a:t>e</a:t>
            </a:r>
            <a:endParaRPr sz="2400">
              <a:latin typeface="Arial Rounded MT Bold"/>
              <a:cs typeface="Arial Rounded MT Bol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82900" y="4927600"/>
            <a:ext cx="9290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DVM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54535" y="1056016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4">
                <a:moveTo>
                  <a:pt x="0" y="0"/>
                </a:moveTo>
                <a:lnTo>
                  <a:pt x="0" y="292152"/>
                </a:lnTo>
              </a:path>
            </a:pathLst>
          </a:custGeom>
          <a:ln w="38100">
            <a:solidFill>
              <a:srgbClr val="BF9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94464" y="1352401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1" y="0"/>
                </a:moveTo>
                <a:lnTo>
                  <a:pt x="0" y="0"/>
                </a:lnTo>
                <a:lnTo>
                  <a:pt x="60070" y="120142"/>
                </a:lnTo>
                <a:lnTo>
                  <a:pt x="120141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54535" y="2086197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73102"/>
                </a:lnTo>
                <a:lnTo>
                  <a:pt x="0" y="292152"/>
                </a:lnTo>
              </a:path>
            </a:pathLst>
          </a:custGeom>
          <a:ln w="38100">
            <a:solidFill>
              <a:srgbClr val="BF9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94465" y="2382583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2" y="0"/>
                </a:moveTo>
                <a:lnTo>
                  <a:pt x="0" y="0"/>
                </a:lnTo>
                <a:lnTo>
                  <a:pt x="60071" y="120141"/>
                </a:lnTo>
                <a:lnTo>
                  <a:pt x="120142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54536" y="3077537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92153"/>
                </a:lnTo>
              </a:path>
            </a:pathLst>
          </a:custGeom>
          <a:ln w="38100">
            <a:solidFill>
              <a:srgbClr val="BF9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94465" y="3373925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2" y="0"/>
                </a:moveTo>
                <a:lnTo>
                  <a:pt x="0" y="0"/>
                </a:lnTo>
                <a:lnTo>
                  <a:pt x="60071" y="120141"/>
                </a:lnTo>
                <a:lnTo>
                  <a:pt x="120142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75563" y="3481872"/>
            <a:ext cx="2531334" cy="133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39063" y="3526322"/>
            <a:ext cx="2404335" cy="12033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839063" y="3543300"/>
            <a:ext cx="2404745" cy="11023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0014" marR="102870" indent="469900">
              <a:lnSpc>
                <a:spcPts val="2800"/>
              </a:lnSpc>
              <a:spcBef>
                <a:spcPts val="260"/>
              </a:spcBef>
            </a:pPr>
            <a:r>
              <a:rPr sz="2400" dirty="0">
                <a:solidFill>
                  <a:srgbClr val="FF0000"/>
                </a:solidFill>
                <a:latin typeface="Arial Rounded MT Bold"/>
                <a:cs typeface="Arial Rounded MT Bold"/>
              </a:rPr>
              <a:t>libart.so  </a:t>
            </a: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Either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bytecode 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or </a:t>
            </a: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native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code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191452" y="515526"/>
            <a:ext cx="1699895" cy="520700"/>
          </a:xfrm>
          <a:custGeom>
            <a:avLst/>
            <a:gdLst/>
            <a:ahLst/>
            <a:cxnLst/>
            <a:rect l="l" t="t" r="r" b="b"/>
            <a:pathLst>
              <a:path w="1699895" h="520700">
                <a:moveTo>
                  <a:pt x="849780" y="0"/>
                </a:moveTo>
                <a:lnTo>
                  <a:pt x="795385" y="529"/>
                </a:lnTo>
                <a:lnTo>
                  <a:pt x="741169" y="2117"/>
                </a:lnTo>
                <a:lnTo>
                  <a:pt x="687312" y="4765"/>
                </a:lnTo>
                <a:lnTo>
                  <a:pt x="633992" y="8471"/>
                </a:lnTo>
                <a:lnTo>
                  <a:pt x="581389" y="13236"/>
                </a:lnTo>
                <a:lnTo>
                  <a:pt x="529682" y="19061"/>
                </a:lnTo>
                <a:lnTo>
                  <a:pt x="479050" y="25944"/>
                </a:lnTo>
                <a:lnTo>
                  <a:pt x="429672" y="33886"/>
                </a:lnTo>
                <a:lnTo>
                  <a:pt x="381727" y="42887"/>
                </a:lnTo>
                <a:lnTo>
                  <a:pt x="335395" y="52947"/>
                </a:lnTo>
                <a:lnTo>
                  <a:pt x="290854" y="64066"/>
                </a:lnTo>
                <a:lnTo>
                  <a:pt x="248285" y="76244"/>
                </a:lnTo>
                <a:lnTo>
                  <a:pt x="193110" y="94814"/>
                </a:lnTo>
                <a:lnTo>
                  <a:pt x="144833" y="114542"/>
                </a:lnTo>
                <a:lnTo>
                  <a:pt x="103452" y="135272"/>
                </a:lnTo>
                <a:lnTo>
                  <a:pt x="68968" y="156850"/>
                </a:lnTo>
                <a:lnTo>
                  <a:pt x="20690" y="201935"/>
                </a:lnTo>
                <a:lnTo>
                  <a:pt x="0" y="248563"/>
                </a:lnTo>
                <a:lnTo>
                  <a:pt x="0" y="272070"/>
                </a:lnTo>
                <a:lnTo>
                  <a:pt x="20690" y="318698"/>
                </a:lnTo>
                <a:lnTo>
                  <a:pt x="68968" y="363783"/>
                </a:lnTo>
                <a:lnTo>
                  <a:pt x="103452" y="385361"/>
                </a:lnTo>
                <a:lnTo>
                  <a:pt x="144833" y="406091"/>
                </a:lnTo>
                <a:lnTo>
                  <a:pt x="193110" y="425818"/>
                </a:lnTo>
                <a:lnTo>
                  <a:pt x="248285" y="444388"/>
                </a:lnTo>
                <a:lnTo>
                  <a:pt x="290854" y="456566"/>
                </a:lnTo>
                <a:lnTo>
                  <a:pt x="335395" y="467685"/>
                </a:lnTo>
                <a:lnTo>
                  <a:pt x="381727" y="477746"/>
                </a:lnTo>
                <a:lnTo>
                  <a:pt x="429672" y="486747"/>
                </a:lnTo>
                <a:lnTo>
                  <a:pt x="479050" y="494689"/>
                </a:lnTo>
                <a:lnTo>
                  <a:pt x="529682" y="501572"/>
                </a:lnTo>
                <a:lnTo>
                  <a:pt x="581389" y="507397"/>
                </a:lnTo>
                <a:lnTo>
                  <a:pt x="633992" y="512162"/>
                </a:lnTo>
                <a:lnTo>
                  <a:pt x="687312" y="515868"/>
                </a:lnTo>
                <a:lnTo>
                  <a:pt x="741169" y="518516"/>
                </a:lnTo>
                <a:lnTo>
                  <a:pt x="795385" y="520104"/>
                </a:lnTo>
                <a:lnTo>
                  <a:pt x="849780" y="520634"/>
                </a:lnTo>
                <a:lnTo>
                  <a:pt x="904175" y="520104"/>
                </a:lnTo>
                <a:lnTo>
                  <a:pt x="958390" y="518516"/>
                </a:lnTo>
                <a:lnTo>
                  <a:pt x="1012247" y="515868"/>
                </a:lnTo>
                <a:lnTo>
                  <a:pt x="1065567" y="512162"/>
                </a:lnTo>
                <a:lnTo>
                  <a:pt x="1118170" y="507397"/>
                </a:lnTo>
                <a:lnTo>
                  <a:pt x="1169878" y="501572"/>
                </a:lnTo>
                <a:lnTo>
                  <a:pt x="1220510" y="494689"/>
                </a:lnTo>
                <a:lnTo>
                  <a:pt x="1269888" y="486747"/>
                </a:lnTo>
                <a:lnTo>
                  <a:pt x="1317833" y="477746"/>
                </a:lnTo>
                <a:lnTo>
                  <a:pt x="1364165" y="467685"/>
                </a:lnTo>
                <a:lnTo>
                  <a:pt x="1408706" y="456566"/>
                </a:lnTo>
                <a:lnTo>
                  <a:pt x="1451276" y="444388"/>
                </a:lnTo>
                <a:lnTo>
                  <a:pt x="1506450" y="425818"/>
                </a:lnTo>
                <a:lnTo>
                  <a:pt x="1554728" y="406091"/>
                </a:lnTo>
                <a:lnTo>
                  <a:pt x="1596109" y="385361"/>
                </a:lnTo>
                <a:lnTo>
                  <a:pt x="1630593" y="363783"/>
                </a:lnTo>
                <a:lnTo>
                  <a:pt x="1678871" y="318698"/>
                </a:lnTo>
                <a:lnTo>
                  <a:pt x="1699561" y="272070"/>
                </a:lnTo>
                <a:lnTo>
                  <a:pt x="1699561" y="248563"/>
                </a:lnTo>
                <a:lnTo>
                  <a:pt x="1678871" y="201935"/>
                </a:lnTo>
                <a:lnTo>
                  <a:pt x="1630593" y="156850"/>
                </a:lnTo>
                <a:lnTo>
                  <a:pt x="1596109" y="135272"/>
                </a:lnTo>
                <a:lnTo>
                  <a:pt x="1554728" y="114542"/>
                </a:lnTo>
                <a:lnTo>
                  <a:pt x="1506450" y="94814"/>
                </a:lnTo>
                <a:lnTo>
                  <a:pt x="1451276" y="76244"/>
                </a:lnTo>
                <a:lnTo>
                  <a:pt x="1408706" y="64066"/>
                </a:lnTo>
                <a:lnTo>
                  <a:pt x="1364165" y="52947"/>
                </a:lnTo>
                <a:lnTo>
                  <a:pt x="1317833" y="42887"/>
                </a:lnTo>
                <a:lnTo>
                  <a:pt x="1269888" y="33886"/>
                </a:lnTo>
                <a:lnTo>
                  <a:pt x="1220510" y="25944"/>
                </a:lnTo>
                <a:lnTo>
                  <a:pt x="1169878" y="19061"/>
                </a:lnTo>
                <a:lnTo>
                  <a:pt x="1118170" y="13236"/>
                </a:lnTo>
                <a:lnTo>
                  <a:pt x="1065567" y="8471"/>
                </a:lnTo>
                <a:lnTo>
                  <a:pt x="1012247" y="4765"/>
                </a:lnTo>
                <a:lnTo>
                  <a:pt x="958390" y="2117"/>
                </a:lnTo>
                <a:lnTo>
                  <a:pt x="904175" y="529"/>
                </a:lnTo>
                <a:lnTo>
                  <a:pt x="849780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191452" y="515527"/>
            <a:ext cx="1699895" cy="520700"/>
          </a:xfrm>
          <a:custGeom>
            <a:avLst/>
            <a:gdLst/>
            <a:ahLst/>
            <a:cxnLst/>
            <a:rect l="l" t="t" r="r" b="b"/>
            <a:pathLst>
              <a:path w="1699895" h="520700">
                <a:moveTo>
                  <a:pt x="1451276" y="76245"/>
                </a:moveTo>
                <a:lnTo>
                  <a:pt x="1506450" y="94815"/>
                </a:lnTo>
                <a:lnTo>
                  <a:pt x="1554728" y="114542"/>
                </a:lnTo>
                <a:lnTo>
                  <a:pt x="1596109" y="135271"/>
                </a:lnTo>
                <a:lnTo>
                  <a:pt x="1630593" y="156850"/>
                </a:lnTo>
                <a:lnTo>
                  <a:pt x="1678871" y="201935"/>
                </a:lnTo>
                <a:lnTo>
                  <a:pt x="1699561" y="248563"/>
                </a:lnTo>
                <a:lnTo>
                  <a:pt x="1699561" y="272070"/>
                </a:lnTo>
                <a:lnTo>
                  <a:pt x="1678871" y="318698"/>
                </a:lnTo>
                <a:lnTo>
                  <a:pt x="1630593" y="363783"/>
                </a:lnTo>
                <a:lnTo>
                  <a:pt x="1596109" y="385361"/>
                </a:lnTo>
                <a:lnTo>
                  <a:pt x="1554728" y="406091"/>
                </a:lnTo>
                <a:lnTo>
                  <a:pt x="1506450" y="425818"/>
                </a:lnTo>
                <a:lnTo>
                  <a:pt x="1451276" y="444388"/>
                </a:lnTo>
                <a:lnTo>
                  <a:pt x="1408706" y="456566"/>
                </a:lnTo>
                <a:lnTo>
                  <a:pt x="1364165" y="467686"/>
                </a:lnTo>
                <a:lnTo>
                  <a:pt x="1317833" y="477746"/>
                </a:lnTo>
                <a:lnTo>
                  <a:pt x="1269888" y="486747"/>
                </a:lnTo>
                <a:lnTo>
                  <a:pt x="1220510" y="494689"/>
                </a:lnTo>
                <a:lnTo>
                  <a:pt x="1169878" y="501572"/>
                </a:lnTo>
                <a:lnTo>
                  <a:pt x="1118171" y="507397"/>
                </a:lnTo>
                <a:lnTo>
                  <a:pt x="1065568" y="512162"/>
                </a:lnTo>
                <a:lnTo>
                  <a:pt x="1012248" y="515868"/>
                </a:lnTo>
                <a:lnTo>
                  <a:pt x="958391" y="518516"/>
                </a:lnTo>
                <a:lnTo>
                  <a:pt x="904175" y="520104"/>
                </a:lnTo>
                <a:lnTo>
                  <a:pt x="849780" y="520634"/>
                </a:lnTo>
                <a:lnTo>
                  <a:pt x="795386" y="520104"/>
                </a:lnTo>
                <a:lnTo>
                  <a:pt x="741170" y="518516"/>
                </a:lnTo>
                <a:lnTo>
                  <a:pt x="687313" y="515868"/>
                </a:lnTo>
                <a:lnTo>
                  <a:pt x="633993" y="512162"/>
                </a:lnTo>
                <a:lnTo>
                  <a:pt x="581390" y="507397"/>
                </a:lnTo>
                <a:lnTo>
                  <a:pt x="529683" y="501572"/>
                </a:lnTo>
                <a:lnTo>
                  <a:pt x="479050" y="494689"/>
                </a:lnTo>
                <a:lnTo>
                  <a:pt x="429672" y="486747"/>
                </a:lnTo>
                <a:lnTo>
                  <a:pt x="381728" y="477746"/>
                </a:lnTo>
                <a:lnTo>
                  <a:pt x="335395" y="467686"/>
                </a:lnTo>
                <a:lnTo>
                  <a:pt x="290855" y="456566"/>
                </a:lnTo>
                <a:lnTo>
                  <a:pt x="248285" y="444388"/>
                </a:lnTo>
                <a:lnTo>
                  <a:pt x="193110" y="425818"/>
                </a:lnTo>
                <a:lnTo>
                  <a:pt x="144833" y="406091"/>
                </a:lnTo>
                <a:lnTo>
                  <a:pt x="103452" y="385361"/>
                </a:lnTo>
                <a:lnTo>
                  <a:pt x="68968" y="363783"/>
                </a:lnTo>
                <a:lnTo>
                  <a:pt x="20690" y="318698"/>
                </a:lnTo>
                <a:lnTo>
                  <a:pt x="0" y="272070"/>
                </a:lnTo>
                <a:lnTo>
                  <a:pt x="0" y="248563"/>
                </a:lnTo>
                <a:lnTo>
                  <a:pt x="6896" y="225133"/>
                </a:lnTo>
                <a:lnTo>
                  <a:pt x="41380" y="179122"/>
                </a:lnTo>
                <a:lnTo>
                  <a:pt x="103452" y="135271"/>
                </a:lnTo>
                <a:lnTo>
                  <a:pt x="144833" y="114542"/>
                </a:lnTo>
                <a:lnTo>
                  <a:pt x="193110" y="94815"/>
                </a:lnTo>
                <a:lnTo>
                  <a:pt x="248285" y="76245"/>
                </a:lnTo>
                <a:lnTo>
                  <a:pt x="290855" y="64067"/>
                </a:lnTo>
                <a:lnTo>
                  <a:pt x="335395" y="52947"/>
                </a:lnTo>
                <a:lnTo>
                  <a:pt x="381728" y="42887"/>
                </a:lnTo>
                <a:lnTo>
                  <a:pt x="429672" y="33886"/>
                </a:lnTo>
                <a:lnTo>
                  <a:pt x="479050" y="25944"/>
                </a:lnTo>
                <a:lnTo>
                  <a:pt x="529683" y="19061"/>
                </a:lnTo>
                <a:lnTo>
                  <a:pt x="581390" y="13236"/>
                </a:lnTo>
                <a:lnTo>
                  <a:pt x="633993" y="8471"/>
                </a:lnTo>
                <a:lnTo>
                  <a:pt x="687313" y="4765"/>
                </a:lnTo>
                <a:lnTo>
                  <a:pt x="741170" y="2117"/>
                </a:lnTo>
                <a:lnTo>
                  <a:pt x="795386" y="529"/>
                </a:lnTo>
                <a:lnTo>
                  <a:pt x="849780" y="0"/>
                </a:lnTo>
                <a:lnTo>
                  <a:pt x="904175" y="529"/>
                </a:lnTo>
                <a:lnTo>
                  <a:pt x="958391" y="2117"/>
                </a:lnTo>
                <a:lnTo>
                  <a:pt x="1012248" y="4765"/>
                </a:lnTo>
                <a:lnTo>
                  <a:pt x="1065568" y="8471"/>
                </a:lnTo>
                <a:lnTo>
                  <a:pt x="1118171" y="13236"/>
                </a:lnTo>
                <a:lnTo>
                  <a:pt x="1169878" y="19061"/>
                </a:lnTo>
                <a:lnTo>
                  <a:pt x="1220510" y="25944"/>
                </a:lnTo>
                <a:lnTo>
                  <a:pt x="1269888" y="33886"/>
                </a:lnTo>
                <a:lnTo>
                  <a:pt x="1317833" y="42887"/>
                </a:lnTo>
                <a:lnTo>
                  <a:pt x="1364165" y="52947"/>
                </a:lnTo>
                <a:lnTo>
                  <a:pt x="1408706" y="64067"/>
                </a:lnTo>
                <a:lnTo>
                  <a:pt x="1451276" y="76245"/>
                </a:lnTo>
                <a:close/>
              </a:path>
            </a:pathLst>
          </a:custGeom>
          <a:ln w="12700">
            <a:solidFill>
              <a:srgbClr val="AD5B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772400" y="596900"/>
            <a:ext cx="5365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Arial Rounded MT Bold"/>
                <a:cs typeface="Arial Rounded MT Bold"/>
              </a:rPr>
              <a:t>D</a:t>
            </a:r>
            <a:r>
              <a:rPr sz="2000" dirty="0">
                <a:solidFill>
                  <a:srgbClr val="FFFFFF"/>
                </a:solidFill>
                <a:latin typeface="Arial Rounded MT Bold"/>
                <a:cs typeface="Arial Rounded MT Bold"/>
              </a:rPr>
              <a:t>EX</a:t>
            </a:r>
            <a:endParaRPr sz="2000">
              <a:latin typeface="Arial Rounded MT Bold"/>
              <a:cs typeface="Arial Rounded MT Bold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39604" y="1456806"/>
            <a:ext cx="1803400" cy="614045"/>
          </a:xfrm>
          <a:prstGeom prst="rect">
            <a:avLst/>
          </a:prstGeom>
          <a:solidFill>
            <a:srgbClr val="5B9BD5"/>
          </a:solidFill>
          <a:ln w="12700">
            <a:solidFill>
              <a:srgbClr val="42719B"/>
            </a:solidFill>
          </a:ln>
        </p:spPr>
        <p:txBody>
          <a:bodyPr vert="horz" wrap="square" lIns="0" tIns="143510" rIns="0" bIns="0" rtlCol="0">
            <a:spAutoFit/>
          </a:bodyPr>
          <a:lstStyle/>
          <a:p>
            <a:pPr marL="416559">
              <a:lnSpc>
                <a:spcPct val="100000"/>
              </a:lnSpc>
              <a:spcBef>
                <a:spcPts val="1130"/>
              </a:spcBef>
            </a:pPr>
            <a:r>
              <a:rPr sz="2000" spc="-15" dirty="0">
                <a:solidFill>
                  <a:srgbClr val="FFFFFF"/>
                </a:solidFill>
                <a:latin typeface="Arial Rounded MT Bold"/>
                <a:cs typeface="Arial Rounded MT Bold"/>
              </a:rPr>
              <a:t>dex2oat</a:t>
            </a:r>
            <a:endParaRPr sz="2000">
              <a:latin typeface="Arial Rounded MT Bold"/>
              <a:cs typeface="Arial Rounded MT Bold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191452" y="2491107"/>
            <a:ext cx="1699895" cy="575310"/>
          </a:xfrm>
          <a:custGeom>
            <a:avLst/>
            <a:gdLst/>
            <a:ahLst/>
            <a:cxnLst/>
            <a:rect l="l" t="t" r="r" b="b"/>
            <a:pathLst>
              <a:path w="1699895" h="575310">
                <a:moveTo>
                  <a:pt x="849780" y="0"/>
                </a:moveTo>
                <a:lnTo>
                  <a:pt x="795385" y="584"/>
                </a:lnTo>
                <a:lnTo>
                  <a:pt x="741169" y="2338"/>
                </a:lnTo>
                <a:lnTo>
                  <a:pt x="687312" y="5261"/>
                </a:lnTo>
                <a:lnTo>
                  <a:pt x="633992" y="9353"/>
                </a:lnTo>
                <a:lnTo>
                  <a:pt x="581389" y="14614"/>
                </a:lnTo>
                <a:lnTo>
                  <a:pt x="529682" y="21044"/>
                </a:lnTo>
                <a:lnTo>
                  <a:pt x="479050" y="28644"/>
                </a:lnTo>
                <a:lnTo>
                  <a:pt x="429672" y="37412"/>
                </a:lnTo>
                <a:lnTo>
                  <a:pt x="381727" y="47350"/>
                </a:lnTo>
                <a:lnTo>
                  <a:pt x="335395" y="58457"/>
                </a:lnTo>
                <a:lnTo>
                  <a:pt x="290854" y="70733"/>
                </a:lnTo>
                <a:lnTo>
                  <a:pt x="248285" y="84179"/>
                </a:lnTo>
                <a:lnTo>
                  <a:pt x="193110" y="104681"/>
                </a:lnTo>
                <a:lnTo>
                  <a:pt x="144833" y="126461"/>
                </a:lnTo>
                <a:lnTo>
                  <a:pt x="103452" y="149348"/>
                </a:lnTo>
                <a:lnTo>
                  <a:pt x="68968" y="173172"/>
                </a:lnTo>
                <a:lnTo>
                  <a:pt x="20690" y="222949"/>
                </a:lnTo>
                <a:lnTo>
                  <a:pt x="0" y="274429"/>
                </a:lnTo>
                <a:lnTo>
                  <a:pt x="0" y="300382"/>
                </a:lnTo>
                <a:lnTo>
                  <a:pt x="20690" y="351862"/>
                </a:lnTo>
                <a:lnTo>
                  <a:pt x="68968" y="401639"/>
                </a:lnTo>
                <a:lnTo>
                  <a:pt x="103452" y="425463"/>
                </a:lnTo>
                <a:lnTo>
                  <a:pt x="144833" y="448350"/>
                </a:lnTo>
                <a:lnTo>
                  <a:pt x="193110" y="470130"/>
                </a:lnTo>
                <a:lnTo>
                  <a:pt x="248285" y="490632"/>
                </a:lnTo>
                <a:lnTo>
                  <a:pt x="290854" y="504077"/>
                </a:lnTo>
                <a:lnTo>
                  <a:pt x="335395" y="516354"/>
                </a:lnTo>
                <a:lnTo>
                  <a:pt x="381727" y="527461"/>
                </a:lnTo>
                <a:lnTo>
                  <a:pt x="429672" y="537399"/>
                </a:lnTo>
                <a:lnTo>
                  <a:pt x="479050" y="546167"/>
                </a:lnTo>
                <a:lnTo>
                  <a:pt x="529682" y="553767"/>
                </a:lnTo>
                <a:lnTo>
                  <a:pt x="581389" y="560197"/>
                </a:lnTo>
                <a:lnTo>
                  <a:pt x="633992" y="565459"/>
                </a:lnTo>
                <a:lnTo>
                  <a:pt x="687312" y="569551"/>
                </a:lnTo>
                <a:lnTo>
                  <a:pt x="741169" y="572474"/>
                </a:lnTo>
                <a:lnTo>
                  <a:pt x="795385" y="574227"/>
                </a:lnTo>
                <a:lnTo>
                  <a:pt x="849780" y="574812"/>
                </a:lnTo>
                <a:lnTo>
                  <a:pt x="904175" y="574227"/>
                </a:lnTo>
                <a:lnTo>
                  <a:pt x="958390" y="572474"/>
                </a:lnTo>
                <a:lnTo>
                  <a:pt x="1012247" y="569551"/>
                </a:lnTo>
                <a:lnTo>
                  <a:pt x="1065567" y="565459"/>
                </a:lnTo>
                <a:lnTo>
                  <a:pt x="1118170" y="560197"/>
                </a:lnTo>
                <a:lnTo>
                  <a:pt x="1169878" y="553767"/>
                </a:lnTo>
                <a:lnTo>
                  <a:pt x="1220510" y="546167"/>
                </a:lnTo>
                <a:lnTo>
                  <a:pt x="1269888" y="537399"/>
                </a:lnTo>
                <a:lnTo>
                  <a:pt x="1317833" y="527461"/>
                </a:lnTo>
                <a:lnTo>
                  <a:pt x="1364165" y="516354"/>
                </a:lnTo>
                <a:lnTo>
                  <a:pt x="1408706" y="504077"/>
                </a:lnTo>
                <a:lnTo>
                  <a:pt x="1451276" y="490632"/>
                </a:lnTo>
                <a:lnTo>
                  <a:pt x="1506450" y="470130"/>
                </a:lnTo>
                <a:lnTo>
                  <a:pt x="1554728" y="448350"/>
                </a:lnTo>
                <a:lnTo>
                  <a:pt x="1596109" y="425463"/>
                </a:lnTo>
                <a:lnTo>
                  <a:pt x="1630593" y="401639"/>
                </a:lnTo>
                <a:lnTo>
                  <a:pt x="1678871" y="351862"/>
                </a:lnTo>
                <a:lnTo>
                  <a:pt x="1699561" y="300382"/>
                </a:lnTo>
                <a:lnTo>
                  <a:pt x="1699561" y="274429"/>
                </a:lnTo>
                <a:lnTo>
                  <a:pt x="1678871" y="222949"/>
                </a:lnTo>
                <a:lnTo>
                  <a:pt x="1630593" y="173172"/>
                </a:lnTo>
                <a:lnTo>
                  <a:pt x="1596109" y="149348"/>
                </a:lnTo>
                <a:lnTo>
                  <a:pt x="1554728" y="126461"/>
                </a:lnTo>
                <a:lnTo>
                  <a:pt x="1506450" y="104681"/>
                </a:lnTo>
                <a:lnTo>
                  <a:pt x="1451276" y="84179"/>
                </a:lnTo>
                <a:lnTo>
                  <a:pt x="1408706" y="70733"/>
                </a:lnTo>
                <a:lnTo>
                  <a:pt x="1364165" y="58457"/>
                </a:lnTo>
                <a:lnTo>
                  <a:pt x="1317833" y="47350"/>
                </a:lnTo>
                <a:lnTo>
                  <a:pt x="1269888" y="37412"/>
                </a:lnTo>
                <a:lnTo>
                  <a:pt x="1220510" y="28644"/>
                </a:lnTo>
                <a:lnTo>
                  <a:pt x="1169878" y="21044"/>
                </a:lnTo>
                <a:lnTo>
                  <a:pt x="1118170" y="14614"/>
                </a:lnTo>
                <a:lnTo>
                  <a:pt x="1065567" y="9353"/>
                </a:lnTo>
                <a:lnTo>
                  <a:pt x="1012247" y="5261"/>
                </a:lnTo>
                <a:lnTo>
                  <a:pt x="958390" y="2338"/>
                </a:lnTo>
                <a:lnTo>
                  <a:pt x="904175" y="584"/>
                </a:lnTo>
                <a:lnTo>
                  <a:pt x="849780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91452" y="2491107"/>
            <a:ext cx="1699895" cy="575310"/>
          </a:xfrm>
          <a:custGeom>
            <a:avLst/>
            <a:gdLst/>
            <a:ahLst/>
            <a:cxnLst/>
            <a:rect l="l" t="t" r="r" b="b"/>
            <a:pathLst>
              <a:path w="1699895" h="575310">
                <a:moveTo>
                  <a:pt x="1451276" y="84179"/>
                </a:moveTo>
                <a:lnTo>
                  <a:pt x="1506450" y="104681"/>
                </a:lnTo>
                <a:lnTo>
                  <a:pt x="1554728" y="126461"/>
                </a:lnTo>
                <a:lnTo>
                  <a:pt x="1596109" y="149348"/>
                </a:lnTo>
                <a:lnTo>
                  <a:pt x="1630593" y="173172"/>
                </a:lnTo>
                <a:lnTo>
                  <a:pt x="1678871" y="222949"/>
                </a:lnTo>
                <a:lnTo>
                  <a:pt x="1699561" y="274429"/>
                </a:lnTo>
                <a:lnTo>
                  <a:pt x="1699561" y="300382"/>
                </a:lnTo>
                <a:lnTo>
                  <a:pt x="1678871" y="351862"/>
                </a:lnTo>
                <a:lnTo>
                  <a:pt x="1630593" y="401639"/>
                </a:lnTo>
                <a:lnTo>
                  <a:pt x="1596109" y="425463"/>
                </a:lnTo>
                <a:lnTo>
                  <a:pt x="1554728" y="448350"/>
                </a:lnTo>
                <a:lnTo>
                  <a:pt x="1506450" y="470130"/>
                </a:lnTo>
                <a:lnTo>
                  <a:pt x="1451276" y="490632"/>
                </a:lnTo>
                <a:lnTo>
                  <a:pt x="1408706" y="504078"/>
                </a:lnTo>
                <a:lnTo>
                  <a:pt x="1364165" y="516354"/>
                </a:lnTo>
                <a:lnTo>
                  <a:pt x="1317833" y="527461"/>
                </a:lnTo>
                <a:lnTo>
                  <a:pt x="1269888" y="537399"/>
                </a:lnTo>
                <a:lnTo>
                  <a:pt x="1220510" y="546167"/>
                </a:lnTo>
                <a:lnTo>
                  <a:pt x="1169878" y="553767"/>
                </a:lnTo>
                <a:lnTo>
                  <a:pt x="1118171" y="560197"/>
                </a:lnTo>
                <a:lnTo>
                  <a:pt x="1065568" y="565458"/>
                </a:lnTo>
                <a:lnTo>
                  <a:pt x="1012248" y="569550"/>
                </a:lnTo>
                <a:lnTo>
                  <a:pt x="958391" y="572473"/>
                </a:lnTo>
                <a:lnTo>
                  <a:pt x="904175" y="574227"/>
                </a:lnTo>
                <a:lnTo>
                  <a:pt x="849780" y="574812"/>
                </a:lnTo>
                <a:lnTo>
                  <a:pt x="795386" y="574227"/>
                </a:lnTo>
                <a:lnTo>
                  <a:pt x="741170" y="572473"/>
                </a:lnTo>
                <a:lnTo>
                  <a:pt x="687313" y="569550"/>
                </a:lnTo>
                <a:lnTo>
                  <a:pt x="633993" y="565458"/>
                </a:lnTo>
                <a:lnTo>
                  <a:pt x="581390" y="560197"/>
                </a:lnTo>
                <a:lnTo>
                  <a:pt x="529683" y="553767"/>
                </a:lnTo>
                <a:lnTo>
                  <a:pt x="479050" y="546167"/>
                </a:lnTo>
                <a:lnTo>
                  <a:pt x="429672" y="537399"/>
                </a:lnTo>
                <a:lnTo>
                  <a:pt x="381728" y="527461"/>
                </a:lnTo>
                <a:lnTo>
                  <a:pt x="335395" y="516354"/>
                </a:lnTo>
                <a:lnTo>
                  <a:pt x="290855" y="504078"/>
                </a:lnTo>
                <a:lnTo>
                  <a:pt x="248285" y="490632"/>
                </a:lnTo>
                <a:lnTo>
                  <a:pt x="193110" y="470130"/>
                </a:lnTo>
                <a:lnTo>
                  <a:pt x="144833" y="448350"/>
                </a:lnTo>
                <a:lnTo>
                  <a:pt x="103452" y="425463"/>
                </a:lnTo>
                <a:lnTo>
                  <a:pt x="68968" y="401639"/>
                </a:lnTo>
                <a:lnTo>
                  <a:pt x="20690" y="351862"/>
                </a:lnTo>
                <a:lnTo>
                  <a:pt x="0" y="300382"/>
                </a:lnTo>
                <a:lnTo>
                  <a:pt x="0" y="274429"/>
                </a:lnTo>
                <a:lnTo>
                  <a:pt x="6896" y="248561"/>
                </a:lnTo>
                <a:lnTo>
                  <a:pt x="41380" y="197762"/>
                </a:lnTo>
                <a:lnTo>
                  <a:pt x="103452" y="149348"/>
                </a:lnTo>
                <a:lnTo>
                  <a:pt x="144833" y="126461"/>
                </a:lnTo>
                <a:lnTo>
                  <a:pt x="193110" y="104681"/>
                </a:lnTo>
                <a:lnTo>
                  <a:pt x="248285" y="84179"/>
                </a:lnTo>
                <a:lnTo>
                  <a:pt x="290855" y="70733"/>
                </a:lnTo>
                <a:lnTo>
                  <a:pt x="335395" y="58457"/>
                </a:lnTo>
                <a:lnTo>
                  <a:pt x="381728" y="47350"/>
                </a:lnTo>
                <a:lnTo>
                  <a:pt x="429672" y="37413"/>
                </a:lnTo>
                <a:lnTo>
                  <a:pt x="479050" y="28644"/>
                </a:lnTo>
                <a:lnTo>
                  <a:pt x="529683" y="21044"/>
                </a:lnTo>
                <a:lnTo>
                  <a:pt x="581390" y="14614"/>
                </a:lnTo>
                <a:lnTo>
                  <a:pt x="633993" y="9353"/>
                </a:lnTo>
                <a:lnTo>
                  <a:pt x="687313" y="5261"/>
                </a:lnTo>
                <a:lnTo>
                  <a:pt x="741170" y="2338"/>
                </a:lnTo>
                <a:lnTo>
                  <a:pt x="795386" y="584"/>
                </a:lnTo>
                <a:lnTo>
                  <a:pt x="849780" y="0"/>
                </a:lnTo>
                <a:lnTo>
                  <a:pt x="904175" y="584"/>
                </a:lnTo>
                <a:lnTo>
                  <a:pt x="958391" y="2338"/>
                </a:lnTo>
                <a:lnTo>
                  <a:pt x="1012248" y="5261"/>
                </a:lnTo>
                <a:lnTo>
                  <a:pt x="1065568" y="9353"/>
                </a:lnTo>
                <a:lnTo>
                  <a:pt x="1118171" y="14614"/>
                </a:lnTo>
                <a:lnTo>
                  <a:pt x="1169878" y="21044"/>
                </a:lnTo>
                <a:lnTo>
                  <a:pt x="1220510" y="28644"/>
                </a:lnTo>
                <a:lnTo>
                  <a:pt x="1269888" y="37413"/>
                </a:lnTo>
                <a:lnTo>
                  <a:pt x="1317833" y="47350"/>
                </a:lnTo>
                <a:lnTo>
                  <a:pt x="1364165" y="58457"/>
                </a:lnTo>
                <a:lnTo>
                  <a:pt x="1408706" y="70733"/>
                </a:lnTo>
                <a:lnTo>
                  <a:pt x="1451276" y="84179"/>
                </a:lnTo>
                <a:close/>
              </a:path>
            </a:pathLst>
          </a:custGeom>
          <a:ln w="12699">
            <a:solidFill>
              <a:srgbClr val="AD5B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772400" y="2603500"/>
            <a:ext cx="5365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FFFFFF"/>
                </a:solidFill>
                <a:latin typeface="Arial Rounded MT Bold"/>
                <a:cs typeface="Arial Rounded MT Bold"/>
              </a:rPr>
              <a:t>O</a:t>
            </a:r>
            <a:r>
              <a:rPr sz="2000" spc="-180" dirty="0">
                <a:solidFill>
                  <a:srgbClr val="FFFFFF"/>
                </a:solidFill>
                <a:latin typeface="Arial Rounded MT Bold"/>
                <a:cs typeface="Arial Rounded MT Bold"/>
              </a:rPr>
              <a:t>A</a:t>
            </a:r>
            <a:r>
              <a:rPr sz="2000" dirty="0">
                <a:solidFill>
                  <a:srgbClr val="FFFFFF"/>
                </a:solidFill>
                <a:latin typeface="Arial Rounded MT Bold"/>
                <a:cs typeface="Arial Rounded MT Bold"/>
              </a:rPr>
              <a:t>T</a:t>
            </a:r>
            <a:endParaRPr sz="2000">
              <a:latin typeface="Arial Rounded MT Bold"/>
              <a:cs typeface="Arial Rounded MT Bold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042400" y="2362200"/>
            <a:ext cx="1700530" cy="6223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60"/>
              </a:spcBef>
            </a:pPr>
            <a:r>
              <a:rPr sz="2000" spc="-15" dirty="0">
                <a:solidFill>
                  <a:srgbClr val="002060"/>
                </a:solidFill>
                <a:latin typeface="Arial Rounded MT Bold"/>
                <a:cs typeface="Arial Rounded MT Bold"/>
              </a:rPr>
              <a:t>Native </a:t>
            </a:r>
            <a:r>
              <a:rPr sz="2000" spc="-5" dirty="0">
                <a:solidFill>
                  <a:srgbClr val="002060"/>
                </a:solidFill>
                <a:latin typeface="Arial Rounded MT Bold"/>
                <a:cs typeface="Arial Rounded MT Bold"/>
              </a:rPr>
              <a:t>code  and</a:t>
            </a:r>
            <a:r>
              <a:rPr sz="2000" spc="-85" dirty="0">
                <a:solidFill>
                  <a:srgbClr val="002060"/>
                </a:solidFill>
                <a:latin typeface="Arial Rounded MT Bold"/>
                <a:cs typeface="Arial Rounded MT Bold"/>
              </a:rPr>
              <a:t> </a:t>
            </a:r>
            <a:r>
              <a:rPr sz="2000" spc="-5" dirty="0">
                <a:solidFill>
                  <a:srgbClr val="002060"/>
                </a:solidFill>
                <a:latin typeface="Arial Rounded MT Bold"/>
                <a:cs typeface="Arial Rounded MT Bold"/>
              </a:rPr>
              <a:t>bytecode</a:t>
            </a:r>
            <a:endParaRPr sz="2000">
              <a:latin typeface="Arial Rounded MT Bold"/>
              <a:cs typeface="Arial Rounded MT Bold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42400" y="571500"/>
            <a:ext cx="1173480" cy="6223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60"/>
              </a:spcBef>
            </a:pPr>
            <a:r>
              <a:rPr sz="2000" spc="-5" dirty="0">
                <a:solidFill>
                  <a:srgbClr val="002060"/>
                </a:solidFill>
                <a:latin typeface="Arial Rounded MT Bold"/>
                <a:cs typeface="Arial Rounded MT Bold"/>
              </a:rPr>
              <a:t>Dalvik  </a:t>
            </a:r>
            <a:r>
              <a:rPr sz="2000" spc="-30" dirty="0">
                <a:solidFill>
                  <a:srgbClr val="002060"/>
                </a:solidFill>
                <a:latin typeface="Arial Rounded MT Bold"/>
                <a:cs typeface="Arial Rounded MT Bold"/>
              </a:rPr>
              <a:t>b</a:t>
            </a:r>
            <a:r>
              <a:rPr sz="2000" dirty="0">
                <a:solidFill>
                  <a:srgbClr val="002060"/>
                </a:solidFill>
                <a:latin typeface="Arial Rounded MT Bold"/>
                <a:cs typeface="Arial Rounded MT Bold"/>
              </a:rPr>
              <a:t>yte</a:t>
            </a:r>
            <a:r>
              <a:rPr sz="2000" spc="-5" dirty="0">
                <a:solidFill>
                  <a:srgbClr val="002060"/>
                </a:solidFill>
                <a:latin typeface="Arial Rounded MT Bold"/>
                <a:cs typeface="Arial Rounded MT Bold"/>
              </a:rPr>
              <a:t>c</a:t>
            </a:r>
            <a:r>
              <a:rPr sz="2000" dirty="0">
                <a:solidFill>
                  <a:srgbClr val="002060"/>
                </a:solidFill>
                <a:latin typeface="Arial Rounded MT Bold"/>
                <a:cs typeface="Arial Rounded MT Bold"/>
              </a:rPr>
              <a:t>ode</a:t>
            </a:r>
            <a:endParaRPr sz="2000">
              <a:latin typeface="Arial Rounded MT Bold"/>
              <a:cs typeface="Arial Rounded MT Bold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042400" y="1562100"/>
            <a:ext cx="181546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BF9000"/>
                </a:solidFill>
                <a:latin typeface="Arial Rounded MT Bold"/>
                <a:cs typeface="Arial Rounded MT Bold"/>
              </a:rPr>
              <a:t>Ahead </a:t>
            </a:r>
            <a:r>
              <a:rPr sz="2000" dirty="0">
                <a:solidFill>
                  <a:srgbClr val="BF9000"/>
                </a:solidFill>
                <a:latin typeface="Arial Rounded MT Bold"/>
                <a:cs typeface="Arial Rounded MT Bold"/>
              </a:rPr>
              <a:t>of</a:t>
            </a:r>
            <a:r>
              <a:rPr sz="2000" spc="150" dirty="0">
                <a:solidFill>
                  <a:srgbClr val="BF9000"/>
                </a:solidFill>
                <a:latin typeface="Arial Rounded MT Bold"/>
                <a:cs typeface="Arial Rounded MT Bold"/>
              </a:rPr>
              <a:t> </a:t>
            </a:r>
            <a:r>
              <a:rPr sz="2000" spc="-10" dirty="0">
                <a:solidFill>
                  <a:srgbClr val="BF9000"/>
                </a:solidFill>
                <a:latin typeface="Arial Rounded MT Bold"/>
                <a:cs typeface="Arial Rounded MT Bold"/>
              </a:rPr>
              <a:t>Time</a:t>
            </a:r>
            <a:endParaRPr sz="2000">
              <a:latin typeface="Arial Rounded MT Bold"/>
              <a:cs typeface="Arial Rounded MT Bold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296400" y="4927600"/>
            <a:ext cx="831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60" dirty="0">
                <a:latin typeface="Arial"/>
                <a:cs typeface="Arial"/>
              </a:rPr>
              <a:t>R</a:t>
            </a:r>
            <a:r>
              <a:rPr sz="3200" dirty="0">
                <a:latin typeface="Arial"/>
                <a:cs typeface="Arial"/>
              </a:rPr>
              <a:t>T</a:t>
            </a:r>
            <a:endParaRPr sz="32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041231" y="1036160"/>
            <a:ext cx="0" cy="296545"/>
          </a:xfrm>
          <a:custGeom>
            <a:avLst/>
            <a:gdLst/>
            <a:ahLst/>
            <a:cxnLst/>
            <a:rect l="l" t="t" r="r" b="b"/>
            <a:pathLst>
              <a:path h="296544">
                <a:moveTo>
                  <a:pt x="0" y="0"/>
                </a:moveTo>
                <a:lnTo>
                  <a:pt x="0" y="296271"/>
                </a:lnTo>
              </a:path>
            </a:pathLst>
          </a:custGeom>
          <a:ln w="38100">
            <a:solidFill>
              <a:srgbClr val="BF9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981161" y="1336664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2" y="0"/>
                </a:moveTo>
                <a:lnTo>
                  <a:pt x="0" y="0"/>
                </a:lnTo>
                <a:lnTo>
                  <a:pt x="60071" y="120142"/>
                </a:lnTo>
                <a:lnTo>
                  <a:pt x="120142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041232" y="2070460"/>
            <a:ext cx="0" cy="296545"/>
          </a:xfrm>
          <a:custGeom>
            <a:avLst/>
            <a:gdLst/>
            <a:ahLst/>
            <a:cxnLst/>
            <a:rect l="l" t="t" r="r" b="b"/>
            <a:pathLst>
              <a:path h="296544">
                <a:moveTo>
                  <a:pt x="0" y="0"/>
                </a:moveTo>
                <a:lnTo>
                  <a:pt x="0" y="277221"/>
                </a:lnTo>
                <a:lnTo>
                  <a:pt x="0" y="296271"/>
                </a:lnTo>
              </a:path>
            </a:pathLst>
          </a:custGeom>
          <a:ln w="38100">
            <a:solidFill>
              <a:srgbClr val="BF9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981161" y="2370965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2" y="0"/>
                </a:moveTo>
                <a:lnTo>
                  <a:pt x="0" y="1"/>
                </a:lnTo>
                <a:lnTo>
                  <a:pt x="60071" y="120141"/>
                </a:lnTo>
                <a:lnTo>
                  <a:pt x="120142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041232" y="3065919"/>
            <a:ext cx="0" cy="336550"/>
          </a:xfrm>
          <a:custGeom>
            <a:avLst/>
            <a:gdLst/>
            <a:ahLst/>
            <a:cxnLst/>
            <a:rect l="l" t="t" r="r" b="b"/>
            <a:pathLst>
              <a:path h="336550">
                <a:moveTo>
                  <a:pt x="0" y="0"/>
                </a:moveTo>
                <a:lnTo>
                  <a:pt x="0" y="336026"/>
                </a:lnTo>
              </a:path>
            </a:pathLst>
          </a:custGeom>
          <a:ln w="38100">
            <a:solidFill>
              <a:srgbClr val="BF9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981161" y="3406180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2" y="0"/>
                </a:moveTo>
                <a:lnTo>
                  <a:pt x="0" y="0"/>
                </a:lnTo>
                <a:lnTo>
                  <a:pt x="60071" y="120142"/>
                </a:lnTo>
                <a:lnTo>
                  <a:pt x="120142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051300" y="5613400"/>
            <a:ext cx="414527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rgbClr val="7F6000"/>
                </a:solidFill>
                <a:latin typeface="Arial"/>
                <a:cs typeface="Arial"/>
              </a:rPr>
              <a:t>Android</a:t>
            </a:r>
            <a:r>
              <a:rPr sz="4000" b="1" spc="-65" dirty="0">
                <a:solidFill>
                  <a:srgbClr val="7F6000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7F6000"/>
                </a:solidFill>
                <a:latin typeface="Arial"/>
                <a:cs typeface="Arial"/>
              </a:rPr>
              <a:t>Runtime</a:t>
            </a:r>
            <a:endParaRPr sz="4000">
              <a:latin typeface="Arial"/>
              <a:cs typeface="Arial"/>
            </a:endParaRPr>
          </a:p>
        </p:txBody>
      </p:sp>
      <p:sp>
        <p:nvSpPr>
          <p:cNvPr id="48" name="日期占位符 47">
            <a:extLst>
              <a:ext uri="{FF2B5EF4-FFF2-40B4-BE49-F238E27FC236}">
                <a16:creationId xmlns:a16="http://schemas.microsoft.com/office/drawing/2014/main" id="{1F84D240-F7E9-4303-A8DE-DB9E3BE2894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49" name="灯片编号占位符 48">
            <a:extLst>
              <a:ext uri="{FF2B5EF4-FFF2-40B4-BE49-F238E27FC236}">
                <a16:creationId xmlns:a16="http://schemas.microsoft.com/office/drawing/2014/main" id="{05B58182-DF22-4EA0-8A03-D54F2C08C7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19100"/>
            <a:ext cx="37407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sz="4800" b="1" spc="-120" dirty="0">
                <a:solidFill>
                  <a:srgbClr val="000000"/>
                </a:solidFill>
                <a:latin typeface="Arial"/>
                <a:cs typeface="Arial"/>
              </a:rPr>
              <a:t>OAT</a:t>
            </a:r>
            <a:r>
              <a:rPr sz="4800" b="1" spc="-1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800" b="1" spc="-5" dirty="0">
                <a:solidFill>
                  <a:srgbClr val="000000"/>
                </a:solidFill>
                <a:latin typeface="Arial"/>
                <a:cs typeface="Arial"/>
              </a:rPr>
              <a:t>File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7800" y="1438016"/>
            <a:ext cx="7200900" cy="50600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270171" y="1140867"/>
            <a:ext cx="3001645" cy="1207770"/>
          </a:xfrm>
          <a:custGeom>
            <a:avLst/>
            <a:gdLst/>
            <a:ahLst/>
            <a:cxnLst/>
            <a:rect l="l" t="t" r="r" b="b"/>
            <a:pathLst>
              <a:path w="3001645" h="1207770">
                <a:moveTo>
                  <a:pt x="1500768" y="0"/>
                </a:moveTo>
                <a:lnTo>
                  <a:pt x="1448402" y="365"/>
                </a:lnTo>
                <a:lnTo>
                  <a:pt x="1396087" y="1461"/>
                </a:lnTo>
                <a:lnTo>
                  <a:pt x="1343875" y="3287"/>
                </a:lnTo>
                <a:lnTo>
                  <a:pt x="1291817" y="5844"/>
                </a:lnTo>
                <a:lnTo>
                  <a:pt x="1239964" y="9132"/>
                </a:lnTo>
                <a:lnTo>
                  <a:pt x="1188367" y="13150"/>
                </a:lnTo>
                <a:lnTo>
                  <a:pt x="1137079" y="17899"/>
                </a:lnTo>
                <a:lnTo>
                  <a:pt x="1086149" y="23379"/>
                </a:lnTo>
                <a:lnTo>
                  <a:pt x="1035630" y="29589"/>
                </a:lnTo>
                <a:lnTo>
                  <a:pt x="985572" y="36529"/>
                </a:lnTo>
                <a:lnTo>
                  <a:pt x="936028" y="44201"/>
                </a:lnTo>
                <a:lnTo>
                  <a:pt x="887047" y="52602"/>
                </a:lnTo>
                <a:lnTo>
                  <a:pt x="838682" y="61735"/>
                </a:lnTo>
                <a:lnTo>
                  <a:pt x="790985" y="71598"/>
                </a:lnTo>
                <a:lnTo>
                  <a:pt x="744005" y="82191"/>
                </a:lnTo>
                <a:lnTo>
                  <a:pt x="697795" y="93516"/>
                </a:lnTo>
                <a:lnTo>
                  <a:pt x="652405" y="105570"/>
                </a:lnTo>
                <a:lnTo>
                  <a:pt x="607888" y="118356"/>
                </a:lnTo>
                <a:lnTo>
                  <a:pt x="564294" y="131872"/>
                </a:lnTo>
                <a:lnTo>
                  <a:pt x="521674" y="146119"/>
                </a:lnTo>
                <a:lnTo>
                  <a:pt x="480081" y="161096"/>
                </a:lnTo>
                <a:lnTo>
                  <a:pt x="439565" y="176804"/>
                </a:lnTo>
                <a:lnTo>
                  <a:pt x="386336" y="199324"/>
                </a:lnTo>
                <a:lnTo>
                  <a:pt x="336542" y="222649"/>
                </a:lnTo>
                <a:lnTo>
                  <a:pt x="290181" y="246726"/>
                </a:lnTo>
                <a:lnTo>
                  <a:pt x="247255" y="271499"/>
                </a:lnTo>
                <a:lnTo>
                  <a:pt x="207763" y="296916"/>
                </a:lnTo>
                <a:lnTo>
                  <a:pt x="171705" y="322923"/>
                </a:lnTo>
                <a:lnTo>
                  <a:pt x="139081" y="349467"/>
                </a:lnTo>
                <a:lnTo>
                  <a:pt x="109891" y="376493"/>
                </a:lnTo>
                <a:lnTo>
                  <a:pt x="61813" y="431780"/>
                </a:lnTo>
                <a:lnTo>
                  <a:pt x="27472" y="488353"/>
                </a:lnTo>
                <a:lnTo>
                  <a:pt x="6868" y="545785"/>
                </a:lnTo>
                <a:lnTo>
                  <a:pt x="0" y="603646"/>
                </a:lnTo>
                <a:lnTo>
                  <a:pt x="1717" y="632604"/>
                </a:lnTo>
                <a:lnTo>
                  <a:pt x="15453" y="690304"/>
                </a:lnTo>
                <a:lnTo>
                  <a:pt x="42926" y="747360"/>
                </a:lnTo>
                <a:lnTo>
                  <a:pt x="84135" y="803344"/>
                </a:lnTo>
                <a:lnTo>
                  <a:pt x="139081" y="857826"/>
                </a:lnTo>
                <a:lnTo>
                  <a:pt x="171705" y="884369"/>
                </a:lnTo>
                <a:lnTo>
                  <a:pt x="207763" y="910377"/>
                </a:lnTo>
                <a:lnTo>
                  <a:pt x="247255" y="935794"/>
                </a:lnTo>
                <a:lnTo>
                  <a:pt x="290181" y="960567"/>
                </a:lnTo>
                <a:lnTo>
                  <a:pt x="336542" y="984644"/>
                </a:lnTo>
                <a:lnTo>
                  <a:pt x="386336" y="1007969"/>
                </a:lnTo>
                <a:lnTo>
                  <a:pt x="439565" y="1030490"/>
                </a:lnTo>
                <a:lnTo>
                  <a:pt x="480081" y="1046198"/>
                </a:lnTo>
                <a:lnTo>
                  <a:pt x="521674" y="1061175"/>
                </a:lnTo>
                <a:lnTo>
                  <a:pt x="564294" y="1075421"/>
                </a:lnTo>
                <a:lnTo>
                  <a:pt x="607888" y="1088937"/>
                </a:lnTo>
                <a:lnTo>
                  <a:pt x="652405" y="1101723"/>
                </a:lnTo>
                <a:lnTo>
                  <a:pt x="697795" y="1113778"/>
                </a:lnTo>
                <a:lnTo>
                  <a:pt x="744005" y="1125102"/>
                </a:lnTo>
                <a:lnTo>
                  <a:pt x="790985" y="1135696"/>
                </a:lnTo>
                <a:lnTo>
                  <a:pt x="838682" y="1145559"/>
                </a:lnTo>
                <a:lnTo>
                  <a:pt x="887047" y="1154691"/>
                </a:lnTo>
                <a:lnTo>
                  <a:pt x="936028" y="1163093"/>
                </a:lnTo>
                <a:lnTo>
                  <a:pt x="985572" y="1170764"/>
                </a:lnTo>
                <a:lnTo>
                  <a:pt x="1035630" y="1177705"/>
                </a:lnTo>
                <a:lnTo>
                  <a:pt x="1086149" y="1183915"/>
                </a:lnTo>
                <a:lnTo>
                  <a:pt x="1137079" y="1189394"/>
                </a:lnTo>
                <a:lnTo>
                  <a:pt x="1188367" y="1194143"/>
                </a:lnTo>
                <a:lnTo>
                  <a:pt x="1239964" y="1198161"/>
                </a:lnTo>
                <a:lnTo>
                  <a:pt x="1291817" y="1201449"/>
                </a:lnTo>
                <a:lnTo>
                  <a:pt x="1343875" y="1204006"/>
                </a:lnTo>
                <a:lnTo>
                  <a:pt x="1396087" y="1205833"/>
                </a:lnTo>
                <a:lnTo>
                  <a:pt x="1448402" y="1206929"/>
                </a:lnTo>
                <a:lnTo>
                  <a:pt x="1500768" y="1207294"/>
                </a:lnTo>
                <a:lnTo>
                  <a:pt x="1553134" y="1206929"/>
                </a:lnTo>
                <a:lnTo>
                  <a:pt x="1605449" y="1205833"/>
                </a:lnTo>
                <a:lnTo>
                  <a:pt x="1657661" y="1204006"/>
                </a:lnTo>
                <a:lnTo>
                  <a:pt x="1709719" y="1201449"/>
                </a:lnTo>
                <a:lnTo>
                  <a:pt x="1761572" y="1198161"/>
                </a:lnTo>
                <a:lnTo>
                  <a:pt x="1813169" y="1194143"/>
                </a:lnTo>
                <a:lnTo>
                  <a:pt x="1864457" y="1189394"/>
                </a:lnTo>
                <a:lnTo>
                  <a:pt x="1915387" y="1183915"/>
                </a:lnTo>
                <a:lnTo>
                  <a:pt x="1965906" y="1177705"/>
                </a:lnTo>
                <a:lnTo>
                  <a:pt x="2015964" y="1170764"/>
                </a:lnTo>
                <a:lnTo>
                  <a:pt x="2065508" y="1163093"/>
                </a:lnTo>
                <a:lnTo>
                  <a:pt x="2114489" y="1154691"/>
                </a:lnTo>
                <a:lnTo>
                  <a:pt x="2162854" y="1145559"/>
                </a:lnTo>
                <a:lnTo>
                  <a:pt x="2210551" y="1135696"/>
                </a:lnTo>
                <a:lnTo>
                  <a:pt x="2257531" y="1125102"/>
                </a:lnTo>
                <a:lnTo>
                  <a:pt x="2303741" y="1113778"/>
                </a:lnTo>
                <a:lnTo>
                  <a:pt x="2349131" y="1101723"/>
                </a:lnTo>
                <a:lnTo>
                  <a:pt x="2393648" y="1088937"/>
                </a:lnTo>
                <a:lnTo>
                  <a:pt x="2437242" y="1075421"/>
                </a:lnTo>
                <a:lnTo>
                  <a:pt x="2479862" y="1061175"/>
                </a:lnTo>
                <a:lnTo>
                  <a:pt x="2521455" y="1046198"/>
                </a:lnTo>
                <a:lnTo>
                  <a:pt x="2561971" y="1030490"/>
                </a:lnTo>
                <a:lnTo>
                  <a:pt x="2615200" y="1007969"/>
                </a:lnTo>
                <a:lnTo>
                  <a:pt x="2664994" y="984644"/>
                </a:lnTo>
                <a:lnTo>
                  <a:pt x="2711354" y="960567"/>
                </a:lnTo>
                <a:lnTo>
                  <a:pt x="2754281" y="935794"/>
                </a:lnTo>
                <a:lnTo>
                  <a:pt x="2793773" y="910377"/>
                </a:lnTo>
                <a:lnTo>
                  <a:pt x="2829831" y="884369"/>
                </a:lnTo>
                <a:lnTo>
                  <a:pt x="2862455" y="857826"/>
                </a:lnTo>
                <a:lnTo>
                  <a:pt x="2891644" y="830799"/>
                </a:lnTo>
                <a:lnTo>
                  <a:pt x="2939722" y="775513"/>
                </a:lnTo>
                <a:lnTo>
                  <a:pt x="2974063" y="718939"/>
                </a:lnTo>
                <a:lnTo>
                  <a:pt x="2994667" y="661507"/>
                </a:lnTo>
                <a:lnTo>
                  <a:pt x="3001536" y="603646"/>
                </a:lnTo>
                <a:lnTo>
                  <a:pt x="2999819" y="574689"/>
                </a:lnTo>
                <a:lnTo>
                  <a:pt x="2986082" y="516989"/>
                </a:lnTo>
                <a:lnTo>
                  <a:pt x="2958609" y="459932"/>
                </a:lnTo>
                <a:lnTo>
                  <a:pt x="2917400" y="403949"/>
                </a:lnTo>
                <a:lnTo>
                  <a:pt x="2862455" y="349467"/>
                </a:lnTo>
                <a:lnTo>
                  <a:pt x="2829831" y="322923"/>
                </a:lnTo>
                <a:lnTo>
                  <a:pt x="2793773" y="296916"/>
                </a:lnTo>
                <a:lnTo>
                  <a:pt x="2754281" y="271499"/>
                </a:lnTo>
                <a:lnTo>
                  <a:pt x="2711354" y="246726"/>
                </a:lnTo>
                <a:lnTo>
                  <a:pt x="2664994" y="222649"/>
                </a:lnTo>
                <a:lnTo>
                  <a:pt x="2615200" y="199324"/>
                </a:lnTo>
                <a:lnTo>
                  <a:pt x="2561971" y="176804"/>
                </a:lnTo>
                <a:lnTo>
                  <a:pt x="2521455" y="161096"/>
                </a:lnTo>
                <a:lnTo>
                  <a:pt x="2479862" y="146119"/>
                </a:lnTo>
                <a:lnTo>
                  <a:pt x="2437242" y="131872"/>
                </a:lnTo>
                <a:lnTo>
                  <a:pt x="2393648" y="118356"/>
                </a:lnTo>
                <a:lnTo>
                  <a:pt x="2349131" y="105570"/>
                </a:lnTo>
                <a:lnTo>
                  <a:pt x="2303741" y="93516"/>
                </a:lnTo>
                <a:lnTo>
                  <a:pt x="2257531" y="82191"/>
                </a:lnTo>
                <a:lnTo>
                  <a:pt x="2210551" y="71598"/>
                </a:lnTo>
                <a:lnTo>
                  <a:pt x="2162854" y="61735"/>
                </a:lnTo>
                <a:lnTo>
                  <a:pt x="2114489" y="52602"/>
                </a:lnTo>
                <a:lnTo>
                  <a:pt x="2065508" y="44201"/>
                </a:lnTo>
                <a:lnTo>
                  <a:pt x="2015964" y="36529"/>
                </a:lnTo>
                <a:lnTo>
                  <a:pt x="1965906" y="29589"/>
                </a:lnTo>
                <a:lnTo>
                  <a:pt x="1915387" y="23379"/>
                </a:lnTo>
                <a:lnTo>
                  <a:pt x="1864457" y="17899"/>
                </a:lnTo>
                <a:lnTo>
                  <a:pt x="1813169" y="13150"/>
                </a:lnTo>
                <a:lnTo>
                  <a:pt x="1761572" y="9132"/>
                </a:lnTo>
                <a:lnTo>
                  <a:pt x="1709719" y="5844"/>
                </a:lnTo>
                <a:lnTo>
                  <a:pt x="1657661" y="3287"/>
                </a:lnTo>
                <a:lnTo>
                  <a:pt x="1605449" y="1461"/>
                </a:lnTo>
                <a:lnTo>
                  <a:pt x="1553134" y="365"/>
                </a:lnTo>
                <a:lnTo>
                  <a:pt x="1500768" y="0"/>
                </a:lnTo>
                <a:close/>
              </a:path>
            </a:pathLst>
          </a:custGeom>
          <a:solidFill>
            <a:srgbClr val="2F55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270171" y="1140867"/>
            <a:ext cx="3001645" cy="1207770"/>
          </a:xfrm>
          <a:custGeom>
            <a:avLst/>
            <a:gdLst/>
            <a:ahLst/>
            <a:cxnLst/>
            <a:rect l="l" t="t" r="r" b="b"/>
            <a:pathLst>
              <a:path w="3001645" h="1207770">
                <a:moveTo>
                  <a:pt x="2561971" y="176804"/>
                </a:moveTo>
                <a:lnTo>
                  <a:pt x="2615199" y="199324"/>
                </a:lnTo>
                <a:lnTo>
                  <a:pt x="2664994" y="222650"/>
                </a:lnTo>
                <a:lnTo>
                  <a:pt x="2711354" y="246726"/>
                </a:lnTo>
                <a:lnTo>
                  <a:pt x="2754280" y="271499"/>
                </a:lnTo>
                <a:lnTo>
                  <a:pt x="2793773" y="296916"/>
                </a:lnTo>
                <a:lnTo>
                  <a:pt x="2829831" y="322924"/>
                </a:lnTo>
                <a:lnTo>
                  <a:pt x="2862455" y="349467"/>
                </a:lnTo>
                <a:lnTo>
                  <a:pt x="2891645" y="376494"/>
                </a:lnTo>
                <a:lnTo>
                  <a:pt x="2939722" y="431780"/>
                </a:lnTo>
                <a:lnTo>
                  <a:pt x="2974063" y="488354"/>
                </a:lnTo>
                <a:lnTo>
                  <a:pt x="2994668" y="545786"/>
                </a:lnTo>
                <a:lnTo>
                  <a:pt x="3001536" y="603647"/>
                </a:lnTo>
                <a:lnTo>
                  <a:pt x="2999819" y="632604"/>
                </a:lnTo>
                <a:lnTo>
                  <a:pt x="2986082" y="690304"/>
                </a:lnTo>
                <a:lnTo>
                  <a:pt x="2958610" y="747360"/>
                </a:lnTo>
                <a:lnTo>
                  <a:pt x="2917400" y="803344"/>
                </a:lnTo>
                <a:lnTo>
                  <a:pt x="2862455" y="857826"/>
                </a:lnTo>
                <a:lnTo>
                  <a:pt x="2829831" y="884369"/>
                </a:lnTo>
                <a:lnTo>
                  <a:pt x="2793773" y="910377"/>
                </a:lnTo>
                <a:lnTo>
                  <a:pt x="2754280" y="935794"/>
                </a:lnTo>
                <a:lnTo>
                  <a:pt x="2711354" y="960567"/>
                </a:lnTo>
                <a:lnTo>
                  <a:pt x="2664994" y="984643"/>
                </a:lnTo>
                <a:lnTo>
                  <a:pt x="2615199" y="1007969"/>
                </a:lnTo>
                <a:lnTo>
                  <a:pt x="2561971" y="1030489"/>
                </a:lnTo>
                <a:lnTo>
                  <a:pt x="2521454" y="1046197"/>
                </a:lnTo>
                <a:lnTo>
                  <a:pt x="2479861" y="1061174"/>
                </a:lnTo>
                <a:lnTo>
                  <a:pt x="2437242" y="1075421"/>
                </a:lnTo>
                <a:lnTo>
                  <a:pt x="2393648" y="1088937"/>
                </a:lnTo>
                <a:lnTo>
                  <a:pt x="2349130" y="1101722"/>
                </a:lnTo>
                <a:lnTo>
                  <a:pt x="2303741" y="1113777"/>
                </a:lnTo>
                <a:lnTo>
                  <a:pt x="2257531" y="1125102"/>
                </a:lnTo>
                <a:lnTo>
                  <a:pt x="2210551" y="1135695"/>
                </a:lnTo>
                <a:lnTo>
                  <a:pt x="2162853" y="1145558"/>
                </a:lnTo>
                <a:lnTo>
                  <a:pt x="2114488" y="1154691"/>
                </a:lnTo>
                <a:lnTo>
                  <a:pt x="2065508" y="1163093"/>
                </a:lnTo>
                <a:lnTo>
                  <a:pt x="2015963" y="1170764"/>
                </a:lnTo>
                <a:lnTo>
                  <a:pt x="1965906" y="1177704"/>
                </a:lnTo>
                <a:lnTo>
                  <a:pt x="1915386" y="1183914"/>
                </a:lnTo>
                <a:lnTo>
                  <a:pt x="1864457" y="1189394"/>
                </a:lnTo>
                <a:lnTo>
                  <a:pt x="1813168" y="1194143"/>
                </a:lnTo>
                <a:lnTo>
                  <a:pt x="1761572" y="1198161"/>
                </a:lnTo>
                <a:lnTo>
                  <a:pt x="1709719" y="1201449"/>
                </a:lnTo>
                <a:lnTo>
                  <a:pt x="1657660" y="1204006"/>
                </a:lnTo>
                <a:lnTo>
                  <a:pt x="1605448" y="1205832"/>
                </a:lnTo>
                <a:lnTo>
                  <a:pt x="1553134" y="1206928"/>
                </a:lnTo>
                <a:lnTo>
                  <a:pt x="1500768" y="1207294"/>
                </a:lnTo>
                <a:lnTo>
                  <a:pt x="1448402" y="1206928"/>
                </a:lnTo>
                <a:lnTo>
                  <a:pt x="1396087" y="1205832"/>
                </a:lnTo>
                <a:lnTo>
                  <a:pt x="1343875" y="1204006"/>
                </a:lnTo>
                <a:lnTo>
                  <a:pt x="1291817" y="1201449"/>
                </a:lnTo>
                <a:lnTo>
                  <a:pt x="1239963" y="1198161"/>
                </a:lnTo>
                <a:lnTo>
                  <a:pt x="1188367" y="1194143"/>
                </a:lnTo>
                <a:lnTo>
                  <a:pt x="1137078" y="1189394"/>
                </a:lnTo>
                <a:lnTo>
                  <a:pt x="1086149" y="1183914"/>
                </a:lnTo>
                <a:lnTo>
                  <a:pt x="1035629" y="1177704"/>
                </a:lnTo>
                <a:lnTo>
                  <a:pt x="985572" y="1170764"/>
                </a:lnTo>
                <a:lnTo>
                  <a:pt x="936027" y="1163093"/>
                </a:lnTo>
                <a:lnTo>
                  <a:pt x="887047" y="1154691"/>
                </a:lnTo>
                <a:lnTo>
                  <a:pt x="838682" y="1145558"/>
                </a:lnTo>
                <a:lnTo>
                  <a:pt x="790984" y="1135695"/>
                </a:lnTo>
                <a:lnTo>
                  <a:pt x="744004" y="1125102"/>
                </a:lnTo>
                <a:lnTo>
                  <a:pt x="697794" y="1113777"/>
                </a:lnTo>
                <a:lnTo>
                  <a:pt x="652405" y="1101722"/>
                </a:lnTo>
                <a:lnTo>
                  <a:pt x="607887" y="1088937"/>
                </a:lnTo>
                <a:lnTo>
                  <a:pt x="564293" y="1075421"/>
                </a:lnTo>
                <a:lnTo>
                  <a:pt x="521674" y="1061174"/>
                </a:lnTo>
                <a:lnTo>
                  <a:pt x="480080" y="1046197"/>
                </a:lnTo>
                <a:lnTo>
                  <a:pt x="439564" y="1030489"/>
                </a:lnTo>
                <a:lnTo>
                  <a:pt x="386336" y="1007969"/>
                </a:lnTo>
                <a:lnTo>
                  <a:pt x="336541" y="984643"/>
                </a:lnTo>
                <a:lnTo>
                  <a:pt x="290181" y="960567"/>
                </a:lnTo>
                <a:lnTo>
                  <a:pt x="247255" y="935794"/>
                </a:lnTo>
                <a:lnTo>
                  <a:pt x="207763" y="910377"/>
                </a:lnTo>
                <a:lnTo>
                  <a:pt x="171705" y="884369"/>
                </a:lnTo>
                <a:lnTo>
                  <a:pt x="139081" y="857826"/>
                </a:lnTo>
                <a:lnTo>
                  <a:pt x="109891" y="830800"/>
                </a:lnTo>
                <a:lnTo>
                  <a:pt x="61813" y="775513"/>
                </a:lnTo>
                <a:lnTo>
                  <a:pt x="27472" y="718939"/>
                </a:lnTo>
                <a:lnTo>
                  <a:pt x="6868" y="661508"/>
                </a:lnTo>
                <a:lnTo>
                  <a:pt x="0" y="603647"/>
                </a:lnTo>
                <a:lnTo>
                  <a:pt x="1717" y="574689"/>
                </a:lnTo>
                <a:lnTo>
                  <a:pt x="15453" y="516989"/>
                </a:lnTo>
                <a:lnTo>
                  <a:pt x="42926" y="459933"/>
                </a:lnTo>
                <a:lnTo>
                  <a:pt x="84135" y="403949"/>
                </a:lnTo>
                <a:lnTo>
                  <a:pt x="139081" y="349467"/>
                </a:lnTo>
                <a:lnTo>
                  <a:pt x="171705" y="322924"/>
                </a:lnTo>
                <a:lnTo>
                  <a:pt x="207763" y="296916"/>
                </a:lnTo>
                <a:lnTo>
                  <a:pt x="247255" y="271499"/>
                </a:lnTo>
                <a:lnTo>
                  <a:pt x="290181" y="246726"/>
                </a:lnTo>
                <a:lnTo>
                  <a:pt x="336541" y="222650"/>
                </a:lnTo>
                <a:lnTo>
                  <a:pt x="386336" y="199324"/>
                </a:lnTo>
                <a:lnTo>
                  <a:pt x="439564" y="176804"/>
                </a:lnTo>
                <a:lnTo>
                  <a:pt x="480080" y="161096"/>
                </a:lnTo>
                <a:lnTo>
                  <a:pt x="521674" y="146119"/>
                </a:lnTo>
                <a:lnTo>
                  <a:pt x="564293" y="131872"/>
                </a:lnTo>
                <a:lnTo>
                  <a:pt x="607887" y="118356"/>
                </a:lnTo>
                <a:lnTo>
                  <a:pt x="652405" y="105571"/>
                </a:lnTo>
                <a:lnTo>
                  <a:pt x="697794" y="93516"/>
                </a:lnTo>
                <a:lnTo>
                  <a:pt x="744004" y="82191"/>
                </a:lnTo>
                <a:lnTo>
                  <a:pt x="790984" y="71598"/>
                </a:lnTo>
                <a:lnTo>
                  <a:pt x="838682" y="61735"/>
                </a:lnTo>
                <a:lnTo>
                  <a:pt x="887047" y="52602"/>
                </a:lnTo>
                <a:lnTo>
                  <a:pt x="936027" y="44201"/>
                </a:lnTo>
                <a:lnTo>
                  <a:pt x="985572" y="36529"/>
                </a:lnTo>
                <a:lnTo>
                  <a:pt x="1035629" y="29589"/>
                </a:lnTo>
                <a:lnTo>
                  <a:pt x="1086149" y="23379"/>
                </a:lnTo>
                <a:lnTo>
                  <a:pt x="1137078" y="17899"/>
                </a:lnTo>
                <a:lnTo>
                  <a:pt x="1188367" y="13150"/>
                </a:lnTo>
                <a:lnTo>
                  <a:pt x="1239963" y="9132"/>
                </a:lnTo>
                <a:lnTo>
                  <a:pt x="1291817" y="5844"/>
                </a:lnTo>
                <a:lnTo>
                  <a:pt x="1343875" y="3287"/>
                </a:lnTo>
                <a:lnTo>
                  <a:pt x="1396087" y="1461"/>
                </a:lnTo>
                <a:lnTo>
                  <a:pt x="1448402" y="365"/>
                </a:lnTo>
                <a:lnTo>
                  <a:pt x="1500768" y="0"/>
                </a:lnTo>
                <a:lnTo>
                  <a:pt x="1553134" y="365"/>
                </a:lnTo>
                <a:lnTo>
                  <a:pt x="1605448" y="1461"/>
                </a:lnTo>
                <a:lnTo>
                  <a:pt x="1657660" y="3287"/>
                </a:lnTo>
                <a:lnTo>
                  <a:pt x="1709719" y="5844"/>
                </a:lnTo>
                <a:lnTo>
                  <a:pt x="1761572" y="9132"/>
                </a:lnTo>
                <a:lnTo>
                  <a:pt x="1813168" y="13150"/>
                </a:lnTo>
                <a:lnTo>
                  <a:pt x="1864457" y="17899"/>
                </a:lnTo>
                <a:lnTo>
                  <a:pt x="1915386" y="23379"/>
                </a:lnTo>
                <a:lnTo>
                  <a:pt x="1965906" y="29589"/>
                </a:lnTo>
                <a:lnTo>
                  <a:pt x="2015963" y="36529"/>
                </a:lnTo>
                <a:lnTo>
                  <a:pt x="2065508" y="44201"/>
                </a:lnTo>
                <a:lnTo>
                  <a:pt x="2114488" y="52602"/>
                </a:lnTo>
                <a:lnTo>
                  <a:pt x="2162853" y="61735"/>
                </a:lnTo>
                <a:lnTo>
                  <a:pt x="2210551" y="71598"/>
                </a:lnTo>
                <a:lnTo>
                  <a:pt x="2257531" y="82191"/>
                </a:lnTo>
                <a:lnTo>
                  <a:pt x="2303741" y="93516"/>
                </a:lnTo>
                <a:lnTo>
                  <a:pt x="2349130" y="105571"/>
                </a:lnTo>
                <a:lnTo>
                  <a:pt x="2393648" y="118356"/>
                </a:lnTo>
                <a:lnTo>
                  <a:pt x="2437242" y="131872"/>
                </a:lnTo>
                <a:lnTo>
                  <a:pt x="2479861" y="146119"/>
                </a:lnTo>
                <a:lnTo>
                  <a:pt x="2521454" y="161096"/>
                </a:lnTo>
                <a:lnTo>
                  <a:pt x="2561971" y="176804"/>
                </a:lnTo>
                <a:close/>
              </a:path>
            </a:pathLst>
          </a:custGeom>
          <a:ln w="63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826500" y="1562100"/>
            <a:ext cx="18846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Parse 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OAT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files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91448" y="3166000"/>
            <a:ext cx="4095750" cy="914400"/>
          </a:xfrm>
          <a:prstGeom prst="rect">
            <a:avLst/>
          </a:prstGeom>
          <a:solidFill>
            <a:srgbClr val="548235"/>
          </a:solidFill>
          <a:ln w="12700">
            <a:solidFill>
              <a:srgbClr val="42719B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920750" marR="622300" indent="-292100">
              <a:lnSpc>
                <a:spcPts val="2300"/>
              </a:lnSpc>
              <a:spcBef>
                <a:spcPts val="1330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Get the code regions of  compiled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677400" y="2509015"/>
            <a:ext cx="304800" cy="457200"/>
          </a:xfrm>
          <a:custGeom>
            <a:avLst/>
            <a:gdLst/>
            <a:ahLst/>
            <a:cxnLst/>
            <a:rect l="l" t="t" r="r" b="b"/>
            <a:pathLst>
              <a:path w="304800" h="457200">
                <a:moveTo>
                  <a:pt x="304800" y="304800"/>
                </a:moveTo>
                <a:lnTo>
                  <a:pt x="0" y="304800"/>
                </a:lnTo>
                <a:lnTo>
                  <a:pt x="152400" y="457200"/>
                </a:lnTo>
                <a:lnTo>
                  <a:pt x="304800" y="304800"/>
                </a:lnTo>
                <a:close/>
              </a:path>
              <a:path w="304800" h="457200">
                <a:moveTo>
                  <a:pt x="22860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228600" y="3048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677400" y="2509015"/>
            <a:ext cx="304800" cy="457200"/>
          </a:xfrm>
          <a:custGeom>
            <a:avLst/>
            <a:gdLst/>
            <a:ahLst/>
            <a:cxnLst/>
            <a:rect l="l" t="t" r="r" b="b"/>
            <a:pathLst>
              <a:path w="304800" h="457200">
                <a:moveTo>
                  <a:pt x="0" y="304800"/>
                </a:moveTo>
                <a:lnTo>
                  <a:pt x="76200" y="304800"/>
                </a:lnTo>
                <a:lnTo>
                  <a:pt x="76200" y="0"/>
                </a:lnTo>
                <a:lnTo>
                  <a:pt x="228600" y="0"/>
                </a:lnTo>
                <a:lnTo>
                  <a:pt x="228600" y="304800"/>
                </a:lnTo>
                <a:lnTo>
                  <a:pt x="304800" y="304800"/>
                </a:lnTo>
                <a:lnTo>
                  <a:pt x="152400" y="45720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785098" y="5007214"/>
            <a:ext cx="4108450" cy="927100"/>
          </a:xfrm>
          <a:prstGeom prst="rect">
            <a:avLst/>
          </a:prstGeom>
          <a:solidFill>
            <a:srgbClr val="ED7D31"/>
          </a:solidFill>
        </p:spPr>
        <p:txBody>
          <a:bodyPr vert="horz" wrap="square" lIns="0" tIns="168910" rIns="0" bIns="0" rtlCol="0">
            <a:spAutoFit/>
          </a:bodyPr>
          <a:lstStyle/>
          <a:p>
            <a:pPr marL="152400" marR="121920" indent="-12700">
              <a:lnSpc>
                <a:spcPts val="2300"/>
              </a:lnSpc>
              <a:spcBef>
                <a:spcPts val="1330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Track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methods according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the  execution of the compiled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677400" y="4402487"/>
            <a:ext cx="304800" cy="457200"/>
          </a:xfrm>
          <a:custGeom>
            <a:avLst/>
            <a:gdLst/>
            <a:ahLst/>
            <a:cxnLst/>
            <a:rect l="l" t="t" r="r" b="b"/>
            <a:pathLst>
              <a:path w="304800" h="457200">
                <a:moveTo>
                  <a:pt x="304800" y="304800"/>
                </a:moveTo>
                <a:lnTo>
                  <a:pt x="0" y="304800"/>
                </a:lnTo>
                <a:lnTo>
                  <a:pt x="152400" y="457200"/>
                </a:lnTo>
                <a:lnTo>
                  <a:pt x="304800" y="304800"/>
                </a:lnTo>
                <a:close/>
              </a:path>
              <a:path w="304800" h="457200">
                <a:moveTo>
                  <a:pt x="22860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228600" y="3048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677400" y="4402487"/>
            <a:ext cx="304800" cy="457200"/>
          </a:xfrm>
          <a:custGeom>
            <a:avLst/>
            <a:gdLst/>
            <a:ahLst/>
            <a:cxnLst/>
            <a:rect l="l" t="t" r="r" b="b"/>
            <a:pathLst>
              <a:path w="304800" h="457200">
                <a:moveTo>
                  <a:pt x="0" y="304800"/>
                </a:moveTo>
                <a:lnTo>
                  <a:pt x="76200" y="304800"/>
                </a:lnTo>
                <a:lnTo>
                  <a:pt x="76200" y="0"/>
                </a:lnTo>
                <a:lnTo>
                  <a:pt x="228600" y="0"/>
                </a:lnTo>
                <a:lnTo>
                  <a:pt x="228600" y="304800"/>
                </a:lnTo>
                <a:lnTo>
                  <a:pt x="304800" y="304800"/>
                </a:lnTo>
                <a:lnTo>
                  <a:pt x="152400" y="45720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6F464C59-A101-4186-BE25-E868052ACA5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02B66778-2F05-44EA-8448-DA7B76D95D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78590" y="1344259"/>
            <a:ext cx="229870" cy="0"/>
          </a:xfrm>
          <a:custGeom>
            <a:avLst/>
            <a:gdLst/>
            <a:ahLst/>
            <a:cxnLst/>
            <a:rect l="l" t="t" r="r" b="b"/>
            <a:pathLst>
              <a:path w="229869">
                <a:moveTo>
                  <a:pt x="0" y="0"/>
                </a:moveTo>
                <a:lnTo>
                  <a:pt x="229642" y="0"/>
                </a:lnTo>
              </a:path>
            </a:pathLst>
          </a:custGeom>
          <a:ln w="97266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44883" y="1205958"/>
            <a:ext cx="261620" cy="276860"/>
          </a:xfrm>
          <a:custGeom>
            <a:avLst/>
            <a:gdLst/>
            <a:ahLst/>
            <a:cxnLst/>
            <a:rect l="l" t="t" r="r" b="b"/>
            <a:pathLst>
              <a:path w="261620" h="276859">
                <a:moveTo>
                  <a:pt x="0" y="0"/>
                </a:moveTo>
                <a:lnTo>
                  <a:pt x="17097" y="44816"/>
                </a:lnTo>
                <a:lnTo>
                  <a:pt x="27355" y="91299"/>
                </a:lnTo>
                <a:lnTo>
                  <a:pt x="30775" y="138585"/>
                </a:lnTo>
                <a:lnTo>
                  <a:pt x="27355" y="185808"/>
                </a:lnTo>
                <a:lnTo>
                  <a:pt x="17097" y="232102"/>
                </a:lnTo>
                <a:lnTo>
                  <a:pt x="0" y="276602"/>
                </a:lnTo>
                <a:lnTo>
                  <a:pt x="261316" y="138300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81692" y="506480"/>
            <a:ext cx="2119630" cy="3949700"/>
          </a:xfrm>
          <a:custGeom>
            <a:avLst/>
            <a:gdLst/>
            <a:ahLst/>
            <a:cxnLst/>
            <a:rect l="l" t="t" r="r" b="b"/>
            <a:pathLst>
              <a:path w="2119629" h="3949700">
                <a:moveTo>
                  <a:pt x="0" y="3702949"/>
                </a:moveTo>
                <a:lnTo>
                  <a:pt x="5714" y="3745441"/>
                </a:lnTo>
                <a:lnTo>
                  <a:pt x="21815" y="3785175"/>
                </a:lnTo>
                <a:lnTo>
                  <a:pt x="46741" y="3820391"/>
                </a:lnTo>
                <a:lnTo>
                  <a:pt x="78930" y="3849326"/>
                </a:lnTo>
                <a:lnTo>
                  <a:pt x="116820" y="3870218"/>
                </a:lnTo>
                <a:lnTo>
                  <a:pt x="158849" y="3881305"/>
                </a:lnTo>
                <a:lnTo>
                  <a:pt x="245676" y="3891916"/>
                </a:lnTo>
                <a:lnTo>
                  <a:pt x="465478" y="3915260"/>
                </a:lnTo>
                <a:lnTo>
                  <a:pt x="757236" y="3938604"/>
                </a:lnTo>
                <a:lnTo>
                  <a:pt x="1059933" y="3949215"/>
                </a:lnTo>
                <a:lnTo>
                  <a:pt x="1362224" y="3938604"/>
                </a:lnTo>
                <a:lnTo>
                  <a:pt x="1653774" y="3915260"/>
                </a:lnTo>
                <a:lnTo>
                  <a:pt x="1873499" y="3891916"/>
                </a:lnTo>
                <a:lnTo>
                  <a:pt x="1960314" y="3881305"/>
                </a:lnTo>
                <a:lnTo>
                  <a:pt x="2002344" y="3870218"/>
                </a:lnTo>
                <a:lnTo>
                  <a:pt x="2040234" y="3849326"/>
                </a:lnTo>
                <a:lnTo>
                  <a:pt x="2072423" y="3820391"/>
                </a:lnTo>
                <a:lnTo>
                  <a:pt x="2097349" y="3785175"/>
                </a:lnTo>
                <a:lnTo>
                  <a:pt x="2113450" y="3745441"/>
                </a:lnTo>
                <a:lnTo>
                  <a:pt x="2119164" y="3702949"/>
                </a:lnTo>
                <a:lnTo>
                  <a:pt x="2119164" y="246266"/>
                </a:lnTo>
                <a:lnTo>
                  <a:pt x="2113450" y="203774"/>
                </a:lnTo>
                <a:lnTo>
                  <a:pt x="2097349" y="164039"/>
                </a:lnTo>
                <a:lnTo>
                  <a:pt x="2072423" y="128823"/>
                </a:lnTo>
                <a:lnTo>
                  <a:pt x="2040234" y="99888"/>
                </a:lnTo>
                <a:lnTo>
                  <a:pt x="2002344" y="78996"/>
                </a:lnTo>
                <a:lnTo>
                  <a:pt x="1960314" y="67909"/>
                </a:lnTo>
                <a:lnTo>
                  <a:pt x="1874882" y="57298"/>
                </a:lnTo>
                <a:lnTo>
                  <a:pt x="1657464" y="33954"/>
                </a:lnTo>
                <a:lnTo>
                  <a:pt x="1366375" y="10610"/>
                </a:lnTo>
                <a:lnTo>
                  <a:pt x="1059933" y="0"/>
                </a:lnTo>
                <a:lnTo>
                  <a:pt x="757236" y="10610"/>
                </a:lnTo>
                <a:lnTo>
                  <a:pt x="465478" y="33954"/>
                </a:lnTo>
                <a:lnTo>
                  <a:pt x="245676" y="57298"/>
                </a:lnTo>
                <a:lnTo>
                  <a:pt x="158849" y="67909"/>
                </a:lnTo>
                <a:lnTo>
                  <a:pt x="116820" y="78996"/>
                </a:lnTo>
                <a:lnTo>
                  <a:pt x="78930" y="99888"/>
                </a:lnTo>
                <a:lnTo>
                  <a:pt x="46741" y="128823"/>
                </a:lnTo>
                <a:lnTo>
                  <a:pt x="21815" y="164039"/>
                </a:lnTo>
                <a:lnTo>
                  <a:pt x="5714" y="203774"/>
                </a:lnTo>
                <a:lnTo>
                  <a:pt x="0" y="246266"/>
                </a:lnTo>
                <a:lnTo>
                  <a:pt x="0" y="3702949"/>
                </a:lnTo>
                <a:close/>
              </a:path>
            </a:pathLst>
          </a:custGeom>
          <a:ln w="22802">
            <a:solidFill>
              <a:srgbClr val="2626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11275" y="4118385"/>
            <a:ext cx="661035" cy="140335"/>
          </a:xfrm>
          <a:custGeom>
            <a:avLst/>
            <a:gdLst/>
            <a:ahLst/>
            <a:cxnLst/>
            <a:rect l="l" t="t" r="r" b="b"/>
            <a:pathLst>
              <a:path w="661035" h="140335">
                <a:moveTo>
                  <a:pt x="70990" y="0"/>
                </a:moveTo>
                <a:lnTo>
                  <a:pt x="43292" y="5503"/>
                </a:lnTo>
                <a:lnTo>
                  <a:pt x="20734" y="20521"/>
                </a:lnTo>
                <a:lnTo>
                  <a:pt x="5557" y="42816"/>
                </a:lnTo>
                <a:lnTo>
                  <a:pt x="0" y="70148"/>
                </a:lnTo>
                <a:lnTo>
                  <a:pt x="5557" y="97480"/>
                </a:lnTo>
                <a:lnTo>
                  <a:pt x="20734" y="119774"/>
                </a:lnTo>
                <a:lnTo>
                  <a:pt x="43292" y="134793"/>
                </a:lnTo>
                <a:lnTo>
                  <a:pt x="70990" y="140296"/>
                </a:lnTo>
                <a:lnTo>
                  <a:pt x="98688" y="134793"/>
                </a:lnTo>
                <a:lnTo>
                  <a:pt x="121246" y="119774"/>
                </a:lnTo>
                <a:lnTo>
                  <a:pt x="136423" y="97480"/>
                </a:lnTo>
                <a:lnTo>
                  <a:pt x="141980" y="70148"/>
                </a:lnTo>
                <a:lnTo>
                  <a:pt x="136423" y="42816"/>
                </a:lnTo>
                <a:lnTo>
                  <a:pt x="121246" y="20521"/>
                </a:lnTo>
                <a:lnTo>
                  <a:pt x="98688" y="5503"/>
                </a:lnTo>
                <a:lnTo>
                  <a:pt x="70990" y="0"/>
                </a:lnTo>
                <a:close/>
              </a:path>
              <a:path w="661035" h="140335">
                <a:moveTo>
                  <a:pt x="330351" y="0"/>
                </a:moveTo>
                <a:lnTo>
                  <a:pt x="302543" y="5503"/>
                </a:lnTo>
                <a:lnTo>
                  <a:pt x="279743" y="20521"/>
                </a:lnTo>
                <a:lnTo>
                  <a:pt x="264324" y="42816"/>
                </a:lnTo>
                <a:lnTo>
                  <a:pt x="258657" y="70148"/>
                </a:lnTo>
                <a:lnTo>
                  <a:pt x="264324" y="97480"/>
                </a:lnTo>
                <a:lnTo>
                  <a:pt x="279743" y="119774"/>
                </a:lnTo>
                <a:lnTo>
                  <a:pt x="302543" y="134793"/>
                </a:lnTo>
                <a:lnTo>
                  <a:pt x="330351" y="140296"/>
                </a:lnTo>
                <a:lnTo>
                  <a:pt x="358048" y="134793"/>
                </a:lnTo>
                <a:lnTo>
                  <a:pt x="380606" y="119774"/>
                </a:lnTo>
                <a:lnTo>
                  <a:pt x="395783" y="97480"/>
                </a:lnTo>
                <a:lnTo>
                  <a:pt x="401340" y="70148"/>
                </a:lnTo>
                <a:lnTo>
                  <a:pt x="395783" y="42816"/>
                </a:lnTo>
                <a:lnTo>
                  <a:pt x="380606" y="20521"/>
                </a:lnTo>
                <a:lnTo>
                  <a:pt x="358048" y="5503"/>
                </a:lnTo>
                <a:lnTo>
                  <a:pt x="330351" y="0"/>
                </a:lnTo>
                <a:close/>
              </a:path>
              <a:path w="661035" h="140335">
                <a:moveTo>
                  <a:pt x="589710" y="0"/>
                </a:moveTo>
                <a:lnTo>
                  <a:pt x="561903" y="5503"/>
                </a:lnTo>
                <a:lnTo>
                  <a:pt x="539104" y="20521"/>
                </a:lnTo>
                <a:lnTo>
                  <a:pt x="523684" y="42816"/>
                </a:lnTo>
                <a:lnTo>
                  <a:pt x="518017" y="70148"/>
                </a:lnTo>
                <a:lnTo>
                  <a:pt x="523684" y="97480"/>
                </a:lnTo>
                <a:lnTo>
                  <a:pt x="539104" y="119774"/>
                </a:lnTo>
                <a:lnTo>
                  <a:pt x="561903" y="134793"/>
                </a:lnTo>
                <a:lnTo>
                  <a:pt x="589710" y="140296"/>
                </a:lnTo>
                <a:lnTo>
                  <a:pt x="617408" y="134793"/>
                </a:lnTo>
                <a:lnTo>
                  <a:pt x="639966" y="119774"/>
                </a:lnTo>
                <a:lnTo>
                  <a:pt x="655143" y="97480"/>
                </a:lnTo>
                <a:lnTo>
                  <a:pt x="660700" y="70148"/>
                </a:lnTo>
                <a:lnTo>
                  <a:pt x="655143" y="42816"/>
                </a:lnTo>
                <a:lnTo>
                  <a:pt x="639966" y="20521"/>
                </a:lnTo>
                <a:lnTo>
                  <a:pt x="617408" y="5503"/>
                </a:lnTo>
                <a:lnTo>
                  <a:pt x="58971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6642" y="829611"/>
            <a:ext cx="530225" cy="0"/>
          </a:xfrm>
          <a:custGeom>
            <a:avLst/>
            <a:gdLst/>
            <a:ahLst/>
            <a:cxnLst/>
            <a:rect l="l" t="t" r="r" b="b"/>
            <a:pathLst>
              <a:path w="530225">
                <a:moveTo>
                  <a:pt x="0" y="0"/>
                </a:moveTo>
                <a:lnTo>
                  <a:pt x="529966" y="0"/>
                </a:lnTo>
              </a:path>
            </a:pathLst>
          </a:custGeom>
          <a:ln w="23880">
            <a:solidFill>
              <a:srgbClr val="2626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41947" y="1068415"/>
            <a:ext cx="1798955" cy="2902585"/>
          </a:xfrm>
          <a:prstGeom prst="rect">
            <a:avLst/>
          </a:prstGeom>
          <a:ln w="22911">
            <a:solidFill>
              <a:srgbClr val="26262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Times New Roman"/>
              <a:cs typeface="Times New Roman"/>
            </a:endParaRPr>
          </a:p>
          <a:p>
            <a:pPr marL="337820">
              <a:lnSpc>
                <a:spcPct val="100000"/>
              </a:lnSpc>
            </a:pPr>
            <a:r>
              <a:rPr sz="2800" b="1" dirty="0">
                <a:solidFill>
                  <a:srgbClr val="0070C0"/>
                </a:solidFill>
                <a:latin typeface="Trebuchet MS"/>
                <a:cs typeface="Trebuchet MS"/>
              </a:rPr>
              <a:t>Malton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39706" y="1168330"/>
            <a:ext cx="1590412" cy="597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52625" y="1910751"/>
            <a:ext cx="1562278" cy="6943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37188" y="2778045"/>
            <a:ext cx="1572918" cy="5335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44017" y="822523"/>
            <a:ext cx="1152227" cy="12348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28969" y="2386139"/>
            <a:ext cx="0" cy="264795"/>
          </a:xfrm>
          <a:custGeom>
            <a:avLst/>
            <a:gdLst/>
            <a:ahLst/>
            <a:cxnLst/>
            <a:rect l="l" t="t" r="r" b="b"/>
            <a:pathLst>
              <a:path h="264794">
                <a:moveTo>
                  <a:pt x="0" y="0"/>
                </a:moveTo>
                <a:lnTo>
                  <a:pt x="0" y="264443"/>
                </a:lnTo>
              </a:path>
            </a:pathLst>
          </a:custGeom>
          <a:ln w="93071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996634" y="2581563"/>
            <a:ext cx="264795" cy="282575"/>
          </a:xfrm>
          <a:custGeom>
            <a:avLst/>
            <a:gdLst/>
            <a:ahLst/>
            <a:cxnLst/>
            <a:rect l="l" t="t" r="r" b="b"/>
            <a:pathLst>
              <a:path w="264795" h="282575">
                <a:moveTo>
                  <a:pt x="0" y="0"/>
                </a:moveTo>
                <a:lnTo>
                  <a:pt x="132335" y="282280"/>
                </a:lnTo>
                <a:lnTo>
                  <a:pt x="248856" y="33734"/>
                </a:lnTo>
                <a:lnTo>
                  <a:pt x="132608" y="33734"/>
                </a:lnTo>
                <a:lnTo>
                  <a:pt x="87361" y="29986"/>
                </a:lnTo>
                <a:lnTo>
                  <a:pt x="42883" y="18741"/>
                </a:lnTo>
                <a:lnTo>
                  <a:pt x="0" y="0"/>
                </a:lnTo>
                <a:close/>
              </a:path>
              <a:path w="264795" h="282575">
                <a:moveTo>
                  <a:pt x="264671" y="0"/>
                </a:moveTo>
                <a:lnTo>
                  <a:pt x="222091" y="18741"/>
                </a:lnTo>
                <a:lnTo>
                  <a:pt x="177794" y="29986"/>
                </a:lnTo>
                <a:lnTo>
                  <a:pt x="132608" y="33734"/>
                </a:lnTo>
                <a:lnTo>
                  <a:pt x="248856" y="33734"/>
                </a:lnTo>
                <a:lnTo>
                  <a:pt x="264671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51600" y="2849801"/>
            <a:ext cx="1240597" cy="12228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1000" y="4102100"/>
            <a:ext cx="9641840" cy="23088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6108700" marR="2035175" indent="-342900">
              <a:lnSpc>
                <a:spcPts val="2300"/>
              </a:lnSpc>
              <a:spcBef>
                <a:spcPts val="259"/>
              </a:spcBef>
            </a:pPr>
            <a:r>
              <a:rPr sz="2000" b="1" dirty="0">
                <a:solidFill>
                  <a:srgbClr val="0070C0"/>
                </a:solidFill>
                <a:latin typeface="Trebuchet MS"/>
                <a:cs typeface="Trebuchet MS"/>
              </a:rPr>
              <a:t>Comprehensive  Behaviors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imes New Roman"/>
              <a:cs typeface="Times New Roman"/>
            </a:endParaRPr>
          </a:p>
          <a:p>
            <a:pPr marL="304800" indent="-292100">
              <a:lnSpc>
                <a:spcPts val="2840"/>
              </a:lnSpc>
              <a:buFont typeface="Arial"/>
              <a:buChar char="•"/>
              <a:tabLst>
                <a:tab pos="304165" algn="l"/>
                <a:tab pos="304800" algn="l"/>
              </a:tabLst>
            </a:pPr>
            <a:r>
              <a:rPr sz="2400" b="1" spc="-5" dirty="0">
                <a:solidFill>
                  <a:srgbClr val="002060"/>
                </a:solidFill>
                <a:latin typeface="Trebuchet MS"/>
                <a:cs typeface="Trebuchet MS"/>
              </a:rPr>
              <a:t>Running </a:t>
            </a:r>
            <a:r>
              <a:rPr sz="2400" b="1" dirty="0">
                <a:solidFill>
                  <a:srgbClr val="002060"/>
                </a:solidFill>
                <a:latin typeface="Trebuchet MS"/>
                <a:cs typeface="Trebuchet MS"/>
              </a:rPr>
              <a:t>on a </a:t>
            </a:r>
            <a:r>
              <a:rPr sz="2400" b="1" spc="-5" dirty="0">
                <a:solidFill>
                  <a:srgbClr val="002060"/>
                </a:solidFill>
                <a:latin typeface="Trebuchet MS"/>
                <a:cs typeface="Trebuchet MS"/>
              </a:rPr>
              <a:t>real</a:t>
            </a:r>
            <a:r>
              <a:rPr sz="2400" b="1" dirty="0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sz="2400" b="1" spc="10" dirty="0">
                <a:solidFill>
                  <a:srgbClr val="002060"/>
                </a:solidFill>
                <a:latin typeface="Trebuchet MS"/>
                <a:cs typeface="Trebuchet MS"/>
              </a:rPr>
              <a:t>device;</a:t>
            </a:r>
            <a:endParaRPr sz="2400">
              <a:latin typeface="Trebuchet MS"/>
              <a:cs typeface="Trebuchet MS"/>
            </a:endParaRPr>
          </a:p>
          <a:p>
            <a:pPr marL="304800" indent="-292100">
              <a:lnSpc>
                <a:spcPts val="2800"/>
              </a:lnSpc>
              <a:buFont typeface="Arial"/>
              <a:buChar char="•"/>
              <a:tabLst>
                <a:tab pos="304165" algn="l"/>
                <a:tab pos="304800" algn="l"/>
              </a:tabLst>
            </a:pPr>
            <a:r>
              <a:rPr sz="2400" b="1" spc="-5" dirty="0">
                <a:solidFill>
                  <a:srgbClr val="002060"/>
                </a:solidFill>
                <a:latin typeface="Trebuchet MS"/>
                <a:cs typeface="Trebuchet MS"/>
              </a:rPr>
              <a:t>Conducting cross-layer monitoring and information flow</a:t>
            </a:r>
            <a:r>
              <a:rPr sz="2400" b="1" spc="80" dirty="0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02060"/>
                </a:solidFill>
                <a:latin typeface="Trebuchet MS"/>
                <a:cs typeface="Trebuchet MS"/>
              </a:rPr>
              <a:t>tracking;</a:t>
            </a:r>
            <a:endParaRPr sz="2400">
              <a:latin typeface="Trebuchet MS"/>
              <a:cs typeface="Trebuchet MS"/>
            </a:endParaRPr>
          </a:p>
          <a:p>
            <a:pPr marL="304800" indent="-292100">
              <a:lnSpc>
                <a:spcPts val="2840"/>
              </a:lnSpc>
              <a:buFont typeface="Arial"/>
              <a:buChar char="•"/>
              <a:tabLst>
                <a:tab pos="304165" algn="l"/>
                <a:tab pos="304800" algn="l"/>
              </a:tabLst>
            </a:pPr>
            <a:r>
              <a:rPr sz="2400" b="1" dirty="0">
                <a:solidFill>
                  <a:srgbClr val="002060"/>
                </a:solidFill>
                <a:latin typeface="Trebuchet MS"/>
                <a:cs typeface="Trebuchet MS"/>
              </a:rPr>
              <a:t>Doesn’t need to </a:t>
            </a:r>
            <a:r>
              <a:rPr sz="2400" b="1" spc="-5" dirty="0">
                <a:solidFill>
                  <a:srgbClr val="002060"/>
                </a:solidFill>
                <a:latin typeface="Trebuchet MS"/>
                <a:cs typeface="Trebuchet MS"/>
              </a:rPr>
              <a:t>modify </a:t>
            </a:r>
            <a:r>
              <a:rPr sz="2400" b="1" dirty="0">
                <a:solidFill>
                  <a:srgbClr val="002060"/>
                </a:solidFill>
                <a:latin typeface="Trebuchet MS"/>
                <a:cs typeface="Trebuchet MS"/>
              </a:rPr>
              <a:t>the</a:t>
            </a:r>
            <a:r>
              <a:rPr sz="2400" b="1" spc="-5" dirty="0">
                <a:solidFill>
                  <a:srgbClr val="002060"/>
                </a:solidFill>
                <a:latin typeface="Trebuchet MS"/>
                <a:cs typeface="Trebuchet MS"/>
              </a:rPr>
              <a:t> app.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65065" y="1636359"/>
            <a:ext cx="274955" cy="0"/>
          </a:xfrm>
          <a:custGeom>
            <a:avLst/>
            <a:gdLst/>
            <a:ahLst/>
            <a:cxnLst/>
            <a:rect l="l" t="t" r="r" b="b"/>
            <a:pathLst>
              <a:path w="274954">
                <a:moveTo>
                  <a:pt x="0" y="0"/>
                </a:moveTo>
                <a:lnTo>
                  <a:pt x="274612" y="0"/>
                </a:lnTo>
              </a:path>
            </a:pathLst>
          </a:custGeom>
          <a:ln w="97266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75915" y="1498058"/>
            <a:ext cx="260350" cy="276860"/>
          </a:xfrm>
          <a:custGeom>
            <a:avLst/>
            <a:gdLst/>
            <a:ahLst/>
            <a:cxnLst/>
            <a:rect l="l" t="t" r="r" b="b"/>
            <a:pathLst>
              <a:path w="260350" h="276860">
                <a:moveTo>
                  <a:pt x="0" y="0"/>
                </a:moveTo>
                <a:lnTo>
                  <a:pt x="17208" y="44816"/>
                </a:lnTo>
                <a:lnTo>
                  <a:pt x="27533" y="91299"/>
                </a:lnTo>
                <a:lnTo>
                  <a:pt x="30815" y="136384"/>
                </a:lnTo>
                <a:lnTo>
                  <a:pt x="30856" y="140216"/>
                </a:lnTo>
                <a:lnTo>
                  <a:pt x="27533" y="185808"/>
                </a:lnTo>
                <a:lnTo>
                  <a:pt x="17208" y="232102"/>
                </a:lnTo>
                <a:lnTo>
                  <a:pt x="0" y="276602"/>
                </a:lnTo>
                <a:lnTo>
                  <a:pt x="260089" y="140216"/>
                </a:lnTo>
                <a:lnTo>
                  <a:pt x="260089" y="136384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88100" y="965200"/>
            <a:ext cx="1054100" cy="10523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27601" y="2705412"/>
            <a:ext cx="3358225" cy="16670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645400" y="610082"/>
            <a:ext cx="3718115" cy="19368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日期占位符 23">
            <a:extLst>
              <a:ext uri="{FF2B5EF4-FFF2-40B4-BE49-F238E27FC236}">
                <a16:creationId xmlns:a16="http://schemas.microsoft.com/office/drawing/2014/main" id="{5FD93C72-7BCC-4B2F-A68E-E0961713E56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156FE34E-9A88-4DDA-B916-0BB669D882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6</a:t>
            </a:fld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02300" y="1752600"/>
            <a:ext cx="5842000" cy="4521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24778" y="1773937"/>
            <a:ext cx="5768340" cy="4446905"/>
          </a:xfrm>
          <a:custGeom>
            <a:avLst/>
            <a:gdLst/>
            <a:ahLst/>
            <a:cxnLst/>
            <a:rect l="l" t="t" r="r" b="b"/>
            <a:pathLst>
              <a:path w="5768340" h="4446905">
                <a:moveTo>
                  <a:pt x="0" y="0"/>
                </a:moveTo>
                <a:lnTo>
                  <a:pt x="0" y="4446287"/>
                </a:lnTo>
                <a:lnTo>
                  <a:pt x="5767970" y="4446287"/>
                </a:lnTo>
                <a:lnTo>
                  <a:pt x="576797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4778" y="1773937"/>
            <a:ext cx="5768340" cy="4446905"/>
          </a:xfrm>
          <a:custGeom>
            <a:avLst/>
            <a:gdLst/>
            <a:ahLst/>
            <a:cxnLst/>
            <a:rect l="l" t="t" r="r" b="b"/>
            <a:pathLst>
              <a:path w="5768340" h="4446905">
                <a:moveTo>
                  <a:pt x="0" y="0"/>
                </a:moveTo>
                <a:lnTo>
                  <a:pt x="0" y="4446287"/>
                </a:lnTo>
                <a:lnTo>
                  <a:pt x="5767970" y="4446287"/>
                </a:lnTo>
                <a:lnTo>
                  <a:pt x="5767970" y="0"/>
                </a:lnTo>
                <a:lnTo>
                  <a:pt x="0" y="0"/>
                </a:lnTo>
                <a:close/>
              </a:path>
            </a:pathLst>
          </a:custGeom>
          <a:ln w="9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01065" y="1757066"/>
            <a:ext cx="5849620" cy="4521200"/>
          </a:xfrm>
          <a:custGeom>
            <a:avLst/>
            <a:gdLst/>
            <a:ahLst/>
            <a:cxnLst/>
            <a:rect l="l" t="t" r="r" b="b"/>
            <a:pathLst>
              <a:path w="5849620" h="4521200">
                <a:moveTo>
                  <a:pt x="0" y="0"/>
                </a:moveTo>
                <a:lnTo>
                  <a:pt x="0" y="4521200"/>
                </a:lnTo>
                <a:lnTo>
                  <a:pt x="5849143" y="4521200"/>
                </a:lnTo>
                <a:lnTo>
                  <a:pt x="5849143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DDDD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985500" y="3342640"/>
            <a:ext cx="477610" cy="1407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76300" y="685800"/>
            <a:ext cx="51619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6640" algn="l"/>
              </a:tabLst>
            </a:pP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The	Design of</a:t>
            </a:r>
            <a:r>
              <a:rPr sz="4000" b="1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Malton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48238" y="6450855"/>
            <a:ext cx="160020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dirty="0">
                <a:solidFill>
                  <a:srgbClr val="888888"/>
                </a:solidFill>
                <a:latin typeface="Trebuchet MS"/>
                <a:cs typeface="Trebuchet MS"/>
              </a:rPr>
              <a:t>13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02300" y="1373901"/>
            <a:ext cx="5842000" cy="3601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24778" y="1394100"/>
            <a:ext cx="5768340" cy="278765"/>
          </a:xfrm>
          <a:prstGeom prst="rect">
            <a:avLst/>
          </a:prstGeom>
          <a:solidFill>
            <a:srgbClr val="FFFFFF"/>
          </a:solidFill>
          <a:ln w="9235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95"/>
              </a:spcBef>
            </a:pPr>
            <a:r>
              <a:rPr sz="1500" b="1" spc="-25" dirty="0">
                <a:latin typeface="Arial"/>
                <a:cs typeface="Arial"/>
              </a:rPr>
              <a:t>Android </a:t>
            </a:r>
            <a:r>
              <a:rPr sz="1500" b="1" spc="-35" dirty="0">
                <a:latin typeface="Arial"/>
                <a:cs typeface="Arial"/>
              </a:rPr>
              <a:t>Application</a:t>
            </a:r>
            <a:r>
              <a:rPr sz="1500" b="1" spc="-245" dirty="0">
                <a:latin typeface="Arial"/>
                <a:cs typeface="Arial"/>
              </a:rPr>
              <a:t> </a:t>
            </a:r>
            <a:r>
              <a:rPr sz="1500" b="1" spc="-80" dirty="0">
                <a:latin typeface="Arial"/>
                <a:cs typeface="Arial"/>
              </a:rPr>
              <a:t>(APK)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02300" y="6289666"/>
            <a:ext cx="5842000" cy="371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24778" y="6310496"/>
            <a:ext cx="5768340" cy="287655"/>
          </a:xfrm>
          <a:prstGeom prst="rect">
            <a:avLst/>
          </a:prstGeom>
          <a:solidFill>
            <a:srgbClr val="FFFFFF"/>
          </a:solidFill>
          <a:ln w="9522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95"/>
              </a:spcBef>
            </a:pPr>
            <a:r>
              <a:rPr sz="1550" b="1" spc="-70" dirty="0">
                <a:latin typeface="Arial"/>
                <a:cs typeface="Arial"/>
              </a:rPr>
              <a:t>Smartphone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7200" y="1600200"/>
            <a:ext cx="4800600" cy="1360805"/>
          </a:xfrm>
          <a:custGeom>
            <a:avLst/>
            <a:gdLst/>
            <a:ahLst/>
            <a:cxnLst/>
            <a:rect l="l" t="t" r="r" b="b"/>
            <a:pathLst>
              <a:path w="4800600" h="1360805">
                <a:moveTo>
                  <a:pt x="4573809" y="0"/>
                </a:moveTo>
                <a:lnTo>
                  <a:pt x="226790" y="0"/>
                </a:lnTo>
                <a:lnTo>
                  <a:pt x="181084" y="4607"/>
                </a:lnTo>
                <a:lnTo>
                  <a:pt x="138513" y="17822"/>
                </a:lnTo>
                <a:lnTo>
                  <a:pt x="99989" y="38732"/>
                </a:lnTo>
                <a:lnTo>
                  <a:pt x="66425" y="66425"/>
                </a:lnTo>
                <a:lnTo>
                  <a:pt x="38732" y="99989"/>
                </a:lnTo>
                <a:lnTo>
                  <a:pt x="17822" y="138513"/>
                </a:lnTo>
                <a:lnTo>
                  <a:pt x="4607" y="181084"/>
                </a:lnTo>
                <a:lnTo>
                  <a:pt x="0" y="226790"/>
                </a:lnTo>
                <a:lnTo>
                  <a:pt x="0" y="1133923"/>
                </a:lnTo>
                <a:lnTo>
                  <a:pt x="4607" y="1179629"/>
                </a:lnTo>
                <a:lnTo>
                  <a:pt x="17822" y="1222200"/>
                </a:lnTo>
                <a:lnTo>
                  <a:pt x="38732" y="1260724"/>
                </a:lnTo>
                <a:lnTo>
                  <a:pt x="66425" y="1294288"/>
                </a:lnTo>
                <a:lnTo>
                  <a:pt x="99989" y="1321981"/>
                </a:lnTo>
                <a:lnTo>
                  <a:pt x="138513" y="1342891"/>
                </a:lnTo>
                <a:lnTo>
                  <a:pt x="181084" y="1356106"/>
                </a:lnTo>
                <a:lnTo>
                  <a:pt x="226790" y="1360713"/>
                </a:lnTo>
                <a:lnTo>
                  <a:pt x="4573809" y="1360713"/>
                </a:lnTo>
                <a:lnTo>
                  <a:pt x="4619515" y="1356106"/>
                </a:lnTo>
                <a:lnTo>
                  <a:pt x="4662086" y="1342891"/>
                </a:lnTo>
                <a:lnTo>
                  <a:pt x="4700610" y="1321981"/>
                </a:lnTo>
                <a:lnTo>
                  <a:pt x="4734174" y="1294288"/>
                </a:lnTo>
                <a:lnTo>
                  <a:pt x="4761867" y="1260724"/>
                </a:lnTo>
                <a:lnTo>
                  <a:pt x="4782777" y="1222200"/>
                </a:lnTo>
                <a:lnTo>
                  <a:pt x="4795992" y="1179629"/>
                </a:lnTo>
                <a:lnTo>
                  <a:pt x="4800600" y="1133923"/>
                </a:lnTo>
                <a:lnTo>
                  <a:pt x="4800600" y="226790"/>
                </a:lnTo>
                <a:lnTo>
                  <a:pt x="4795992" y="181084"/>
                </a:lnTo>
                <a:lnTo>
                  <a:pt x="4782777" y="138513"/>
                </a:lnTo>
                <a:lnTo>
                  <a:pt x="4761867" y="99989"/>
                </a:lnTo>
                <a:lnTo>
                  <a:pt x="4734174" y="66425"/>
                </a:lnTo>
                <a:lnTo>
                  <a:pt x="4700610" y="38732"/>
                </a:lnTo>
                <a:lnTo>
                  <a:pt x="4662086" y="17822"/>
                </a:lnTo>
                <a:lnTo>
                  <a:pt x="4619515" y="4607"/>
                </a:lnTo>
                <a:lnTo>
                  <a:pt x="4573809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7200" y="1600200"/>
            <a:ext cx="4800600" cy="1360805"/>
          </a:xfrm>
          <a:custGeom>
            <a:avLst/>
            <a:gdLst/>
            <a:ahLst/>
            <a:cxnLst/>
            <a:rect l="l" t="t" r="r" b="b"/>
            <a:pathLst>
              <a:path w="4800600" h="1360805">
                <a:moveTo>
                  <a:pt x="226790" y="0"/>
                </a:moveTo>
                <a:lnTo>
                  <a:pt x="4573809" y="0"/>
                </a:lnTo>
                <a:lnTo>
                  <a:pt x="4619515" y="4607"/>
                </a:lnTo>
                <a:lnTo>
                  <a:pt x="4662086" y="17822"/>
                </a:lnTo>
                <a:lnTo>
                  <a:pt x="4700610" y="38732"/>
                </a:lnTo>
                <a:lnTo>
                  <a:pt x="4734174" y="66425"/>
                </a:lnTo>
                <a:lnTo>
                  <a:pt x="4761867" y="99989"/>
                </a:lnTo>
                <a:lnTo>
                  <a:pt x="4782777" y="138513"/>
                </a:lnTo>
                <a:lnTo>
                  <a:pt x="4795992" y="181084"/>
                </a:lnTo>
                <a:lnTo>
                  <a:pt x="4800600" y="226790"/>
                </a:lnTo>
                <a:lnTo>
                  <a:pt x="4800600" y="1133923"/>
                </a:lnTo>
                <a:lnTo>
                  <a:pt x="4795992" y="1179629"/>
                </a:lnTo>
                <a:lnTo>
                  <a:pt x="4782777" y="1222200"/>
                </a:lnTo>
                <a:lnTo>
                  <a:pt x="4761867" y="1260724"/>
                </a:lnTo>
                <a:lnTo>
                  <a:pt x="4734174" y="1294288"/>
                </a:lnTo>
                <a:lnTo>
                  <a:pt x="4700610" y="1321981"/>
                </a:lnTo>
                <a:lnTo>
                  <a:pt x="4662086" y="1342891"/>
                </a:lnTo>
                <a:lnTo>
                  <a:pt x="4619515" y="1356106"/>
                </a:lnTo>
                <a:lnTo>
                  <a:pt x="4573809" y="1360713"/>
                </a:lnTo>
                <a:lnTo>
                  <a:pt x="226790" y="1360713"/>
                </a:lnTo>
                <a:lnTo>
                  <a:pt x="181084" y="1356106"/>
                </a:lnTo>
                <a:lnTo>
                  <a:pt x="138513" y="1342891"/>
                </a:lnTo>
                <a:lnTo>
                  <a:pt x="99989" y="1321981"/>
                </a:lnTo>
                <a:lnTo>
                  <a:pt x="66425" y="1294288"/>
                </a:lnTo>
                <a:lnTo>
                  <a:pt x="38732" y="1260724"/>
                </a:lnTo>
                <a:lnTo>
                  <a:pt x="17822" y="1222200"/>
                </a:lnTo>
                <a:lnTo>
                  <a:pt x="4607" y="1179629"/>
                </a:lnTo>
                <a:lnTo>
                  <a:pt x="0" y="1133923"/>
                </a:lnTo>
                <a:lnTo>
                  <a:pt x="0" y="226790"/>
                </a:lnTo>
                <a:lnTo>
                  <a:pt x="4607" y="181084"/>
                </a:lnTo>
                <a:lnTo>
                  <a:pt x="17822" y="138513"/>
                </a:lnTo>
                <a:lnTo>
                  <a:pt x="38732" y="99989"/>
                </a:lnTo>
                <a:lnTo>
                  <a:pt x="66425" y="66425"/>
                </a:lnTo>
                <a:lnTo>
                  <a:pt x="99989" y="38732"/>
                </a:lnTo>
                <a:lnTo>
                  <a:pt x="138513" y="17822"/>
                </a:lnTo>
                <a:lnTo>
                  <a:pt x="181084" y="4607"/>
                </a:lnTo>
                <a:lnTo>
                  <a:pt x="226790" y="0"/>
                </a:lnTo>
                <a:close/>
              </a:path>
            </a:pathLst>
          </a:custGeom>
          <a:ln w="12699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68400" y="2032000"/>
            <a:ext cx="3385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Android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Framework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201" y="3139475"/>
            <a:ext cx="2332355" cy="2332355"/>
          </a:xfrm>
          <a:custGeom>
            <a:avLst/>
            <a:gdLst/>
            <a:ahLst/>
            <a:cxnLst/>
            <a:rect l="l" t="t" r="r" b="b"/>
            <a:pathLst>
              <a:path w="2332355" h="2332354">
                <a:moveTo>
                  <a:pt x="1943628" y="0"/>
                </a:moveTo>
                <a:lnTo>
                  <a:pt x="388663" y="0"/>
                </a:lnTo>
                <a:lnTo>
                  <a:pt x="339910" y="3028"/>
                </a:lnTo>
                <a:lnTo>
                  <a:pt x="292964" y="11870"/>
                </a:lnTo>
                <a:lnTo>
                  <a:pt x="248189" y="26161"/>
                </a:lnTo>
                <a:lnTo>
                  <a:pt x="205950" y="45537"/>
                </a:lnTo>
                <a:lnTo>
                  <a:pt x="166611" y="69635"/>
                </a:lnTo>
                <a:lnTo>
                  <a:pt x="130536" y="98089"/>
                </a:lnTo>
                <a:lnTo>
                  <a:pt x="98089" y="130536"/>
                </a:lnTo>
                <a:lnTo>
                  <a:pt x="69635" y="166611"/>
                </a:lnTo>
                <a:lnTo>
                  <a:pt x="45537" y="205950"/>
                </a:lnTo>
                <a:lnTo>
                  <a:pt x="26161" y="248189"/>
                </a:lnTo>
                <a:lnTo>
                  <a:pt x="11870" y="292964"/>
                </a:lnTo>
                <a:lnTo>
                  <a:pt x="3028" y="339910"/>
                </a:lnTo>
                <a:lnTo>
                  <a:pt x="0" y="388663"/>
                </a:lnTo>
                <a:lnTo>
                  <a:pt x="0" y="1943268"/>
                </a:lnTo>
                <a:lnTo>
                  <a:pt x="3028" y="1992022"/>
                </a:lnTo>
                <a:lnTo>
                  <a:pt x="11870" y="2038967"/>
                </a:lnTo>
                <a:lnTo>
                  <a:pt x="26161" y="2083742"/>
                </a:lnTo>
                <a:lnTo>
                  <a:pt x="45537" y="2125981"/>
                </a:lnTo>
                <a:lnTo>
                  <a:pt x="69635" y="2165320"/>
                </a:lnTo>
                <a:lnTo>
                  <a:pt x="98089" y="2201395"/>
                </a:lnTo>
                <a:lnTo>
                  <a:pt x="130536" y="2233842"/>
                </a:lnTo>
                <a:lnTo>
                  <a:pt x="166611" y="2262296"/>
                </a:lnTo>
                <a:lnTo>
                  <a:pt x="205950" y="2286394"/>
                </a:lnTo>
                <a:lnTo>
                  <a:pt x="248189" y="2305770"/>
                </a:lnTo>
                <a:lnTo>
                  <a:pt x="292964" y="2320061"/>
                </a:lnTo>
                <a:lnTo>
                  <a:pt x="339910" y="2328903"/>
                </a:lnTo>
                <a:lnTo>
                  <a:pt x="388663" y="2331932"/>
                </a:lnTo>
                <a:lnTo>
                  <a:pt x="1943628" y="2331932"/>
                </a:lnTo>
                <a:lnTo>
                  <a:pt x="1992381" y="2328903"/>
                </a:lnTo>
                <a:lnTo>
                  <a:pt x="2039327" y="2320061"/>
                </a:lnTo>
                <a:lnTo>
                  <a:pt x="2084102" y="2305770"/>
                </a:lnTo>
                <a:lnTo>
                  <a:pt x="2126341" y="2286394"/>
                </a:lnTo>
                <a:lnTo>
                  <a:pt x="2165680" y="2262296"/>
                </a:lnTo>
                <a:lnTo>
                  <a:pt x="2201755" y="2233842"/>
                </a:lnTo>
                <a:lnTo>
                  <a:pt x="2234202" y="2201395"/>
                </a:lnTo>
                <a:lnTo>
                  <a:pt x="2262656" y="2165320"/>
                </a:lnTo>
                <a:lnTo>
                  <a:pt x="2286753" y="2125981"/>
                </a:lnTo>
                <a:lnTo>
                  <a:pt x="2306130" y="2083742"/>
                </a:lnTo>
                <a:lnTo>
                  <a:pt x="2320421" y="2038967"/>
                </a:lnTo>
                <a:lnTo>
                  <a:pt x="2329263" y="1992022"/>
                </a:lnTo>
                <a:lnTo>
                  <a:pt x="2332291" y="1943268"/>
                </a:lnTo>
                <a:lnTo>
                  <a:pt x="2332291" y="388663"/>
                </a:lnTo>
                <a:lnTo>
                  <a:pt x="2329263" y="339910"/>
                </a:lnTo>
                <a:lnTo>
                  <a:pt x="2320421" y="292964"/>
                </a:lnTo>
                <a:lnTo>
                  <a:pt x="2306130" y="248189"/>
                </a:lnTo>
                <a:lnTo>
                  <a:pt x="2286753" y="205950"/>
                </a:lnTo>
                <a:lnTo>
                  <a:pt x="2262656" y="166611"/>
                </a:lnTo>
                <a:lnTo>
                  <a:pt x="2234202" y="130536"/>
                </a:lnTo>
                <a:lnTo>
                  <a:pt x="2201755" y="98089"/>
                </a:lnTo>
                <a:lnTo>
                  <a:pt x="2165680" y="69635"/>
                </a:lnTo>
                <a:lnTo>
                  <a:pt x="2126341" y="45537"/>
                </a:lnTo>
                <a:lnTo>
                  <a:pt x="2084102" y="26161"/>
                </a:lnTo>
                <a:lnTo>
                  <a:pt x="2039327" y="11870"/>
                </a:lnTo>
                <a:lnTo>
                  <a:pt x="1992381" y="3028"/>
                </a:lnTo>
                <a:lnTo>
                  <a:pt x="1943628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1" y="3139475"/>
            <a:ext cx="2332355" cy="2332355"/>
          </a:xfrm>
          <a:custGeom>
            <a:avLst/>
            <a:gdLst/>
            <a:ahLst/>
            <a:cxnLst/>
            <a:rect l="l" t="t" r="r" b="b"/>
            <a:pathLst>
              <a:path w="2332355" h="2332354">
                <a:moveTo>
                  <a:pt x="388663" y="0"/>
                </a:moveTo>
                <a:lnTo>
                  <a:pt x="1943628" y="0"/>
                </a:lnTo>
                <a:lnTo>
                  <a:pt x="1992381" y="3028"/>
                </a:lnTo>
                <a:lnTo>
                  <a:pt x="2039327" y="11870"/>
                </a:lnTo>
                <a:lnTo>
                  <a:pt x="2084101" y="26161"/>
                </a:lnTo>
                <a:lnTo>
                  <a:pt x="2126340" y="45537"/>
                </a:lnTo>
                <a:lnTo>
                  <a:pt x="2165680" y="69635"/>
                </a:lnTo>
                <a:lnTo>
                  <a:pt x="2201755" y="98089"/>
                </a:lnTo>
                <a:lnTo>
                  <a:pt x="2234201" y="130536"/>
                </a:lnTo>
                <a:lnTo>
                  <a:pt x="2262656" y="166611"/>
                </a:lnTo>
                <a:lnTo>
                  <a:pt x="2286753" y="205950"/>
                </a:lnTo>
                <a:lnTo>
                  <a:pt x="2306130" y="248189"/>
                </a:lnTo>
                <a:lnTo>
                  <a:pt x="2320421" y="292964"/>
                </a:lnTo>
                <a:lnTo>
                  <a:pt x="2329263" y="339910"/>
                </a:lnTo>
                <a:lnTo>
                  <a:pt x="2332291" y="388663"/>
                </a:lnTo>
                <a:lnTo>
                  <a:pt x="2332291" y="1943270"/>
                </a:lnTo>
                <a:lnTo>
                  <a:pt x="2329263" y="1992023"/>
                </a:lnTo>
                <a:lnTo>
                  <a:pt x="2320421" y="2038969"/>
                </a:lnTo>
                <a:lnTo>
                  <a:pt x="2306130" y="2083743"/>
                </a:lnTo>
                <a:lnTo>
                  <a:pt x="2286753" y="2125982"/>
                </a:lnTo>
                <a:lnTo>
                  <a:pt x="2262656" y="2165321"/>
                </a:lnTo>
                <a:lnTo>
                  <a:pt x="2234201" y="2201396"/>
                </a:lnTo>
                <a:lnTo>
                  <a:pt x="2201755" y="2233843"/>
                </a:lnTo>
                <a:lnTo>
                  <a:pt x="2165680" y="2262297"/>
                </a:lnTo>
                <a:lnTo>
                  <a:pt x="2126340" y="2286395"/>
                </a:lnTo>
                <a:lnTo>
                  <a:pt x="2084101" y="2305771"/>
                </a:lnTo>
                <a:lnTo>
                  <a:pt x="2039327" y="2320063"/>
                </a:lnTo>
                <a:lnTo>
                  <a:pt x="1992381" y="2328905"/>
                </a:lnTo>
                <a:lnTo>
                  <a:pt x="1943628" y="2331933"/>
                </a:lnTo>
                <a:lnTo>
                  <a:pt x="388663" y="2331933"/>
                </a:lnTo>
                <a:lnTo>
                  <a:pt x="339910" y="2328905"/>
                </a:lnTo>
                <a:lnTo>
                  <a:pt x="292964" y="2320063"/>
                </a:lnTo>
                <a:lnTo>
                  <a:pt x="248189" y="2305771"/>
                </a:lnTo>
                <a:lnTo>
                  <a:pt x="205950" y="2286395"/>
                </a:lnTo>
                <a:lnTo>
                  <a:pt x="166611" y="2262297"/>
                </a:lnTo>
                <a:lnTo>
                  <a:pt x="130536" y="2233843"/>
                </a:lnTo>
                <a:lnTo>
                  <a:pt x="98089" y="2201396"/>
                </a:lnTo>
                <a:lnTo>
                  <a:pt x="69635" y="2165321"/>
                </a:lnTo>
                <a:lnTo>
                  <a:pt x="45537" y="2125982"/>
                </a:lnTo>
                <a:lnTo>
                  <a:pt x="26161" y="2083743"/>
                </a:lnTo>
                <a:lnTo>
                  <a:pt x="11870" y="2038969"/>
                </a:lnTo>
                <a:lnTo>
                  <a:pt x="3028" y="1992023"/>
                </a:lnTo>
                <a:lnTo>
                  <a:pt x="0" y="1943270"/>
                </a:lnTo>
                <a:lnTo>
                  <a:pt x="0" y="388663"/>
                </a:lnTo>
                <a:lnTo>
                  <a:pt x="3028" y="339910"/>
                </a:lnTo>
                <a:lnTo>
                  <a:pt x="11870" y="292964"/>
                </a:lnTo>
                <a:lnTo>
                  <a:pt x="26161" y="248189"/>
                </a:lnTo>
                <a:lnTo>
                  <a:pt x="45537" y="205950"/>
                </a:lnTo>
                <a:lnTo>
                  <a:pt x="69635" y="166611"/>
                </a:lnTo>
                <a:lnTo>
                  <a:pt x="98089" y="130536"/>
                </a:lnTo>
                <a:lnTo>
                  <a:pt x="130536" y="98089"/>
                </a:lnTo>
                <a:lnTo>
                  <a:pt x="166611" y="69635"/>
                </a:lnTo>
                <a:lnTo>
                  <a:pt x="205950" y="45537"/>
                </a:lnTo>
                <a:lnTo>
                  <a:pt x="248189" y="26161"/>
                </a:lnTo>
                <a:lnTo>
                  <a:pt x="292964" y="11870"/>
                </a:lnTo>
                <a:lnTo>
                  <a:pt x="339910" y="3028"/>
                </a:lnTo>
                <a:lnTo>
                  <a:pt x="388663" y="0"/>
                </a:lnTo>
                <a:close/>
              </a:path>
            </a:pathLst>
          </a:custGeom>
          <a:ln w="12700">
            <a:solidFill>
              <a:srgbClr val="AD5B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01700" y="3860800"/>
            <a:ext cx="1447800" cy="85851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25400">
              <a:lnSpc>
                <a:spcPts val="3200"/>
              </a:lnSpc>
              <a:spcBef>
                <a:spcPts val="340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Android 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me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52775" y="3146050"/>
            <a:ext cx="2105023" cy="23319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52776" y="3146050"/>
            <a:ext cx="2105025" cy="2332355"/>
          </a:xfrm>
          <a:custGeom>
            <a:avLst/>
            <a:gdLst/>
            <a:ahLst/>
            <a:cxnLst/>
            <a:rect l="l" t="t" r="r" b="b"/>
            <a:pathLst>
              <a:path w="2105025" h="2332354">
                <a:moveTo>
                  <a:pt x="350844" y="0"/>
                </a:moveTo>
                <a:lnTo>
                  <a:pt x="1754179" y="0"/>
                </a:lnTo>
                <a:lnTo>
                  <a:pt x="1801787" y="3202"/>
                </a:lnTo>
                <a:lnTo>
                  <a:pt x="1847447" y="12532"/>
                </a:lnTo>
                <a:lnTo>
                  <a:pt x="1890743" y="27571"/>
                </a:lnTo>
                <a:lnTo>
                  <a:pt x="1931257" y="47900"/>
                </a:lnTo>
                <a:lnTo>
                  <a:pt x="1968569" y="73102"/>
                </a:lnTo>
                <a:lnTo>
                  <a:pt x="2002263" y="102759"/>
                </a:lnTo>
                <a:lnTo>
                  <a:pt x="2031920" y="136453"/>
                </a:lnTo>
                <a:lnTo>
                  <a:pt x="2057123" y="173766"/>
                </a:lnTo>
                <a:lnTo>
                  <a:pt x="2077452" y="214279"/>
                </a:lnTo>
                <a:lnTo>
                  <a:pt x="2092491" y="257576"/>
                </a:lnTo>
                <a:lnTo>
                  <a:pt x="2101820" y="303236"/>
                </a:lnTo>
                <a:lnTo>
                  <a:pt x="2105023" y="350844"/>
                </a:lnTo>
                <a:lnTo>
                  <a:pt x="2105023" y="1981088"/>
                </a:lnTo>
                <a:lnTo>
                  <a:pt x="2101820" y="2028695"/>
                </a:lnTo>
                <a:lnTo>
                  <a:pt x="2092491" y="2074356"/>
                </a:lnTo>
                <a:lnTo>
                  <a:pt x="2077452" y="2117653"/>
                </a:lnTo>
                <a:lnTo>
                  <a:pt x="2057123" y="2158166"/>
                </a:lnTo>
                <a:lnTo>
                  <a:pt x="2031920" y="2195479"/>
                </a:lnTo>
                <a:lnTo>
                  <a:pt x="2002263" y="2229173"/>
                </a:lnTo>
                <a:lnTo>
                  <a:pt x="1968569" y="2258830"/>
                </a:lnTo>
                <a:lnTo>
                  <a:pt x="1931257" y="2284032"/>
                </a:lnTo>
                <a:lnTo>
                  <a:pt x="1890743" y="2304362"/>
                </a:lnTo>
                <a:lnTo>
                  <a:pt x="1847447" y="2319400"/>
                </a:lnTo>
                <a:lnTo>
                  <a:pt x="1801787" y="2328730"/>
                </a:lnTo>
                <a:lnTo>
                  <a:pt x="1754179" y="2331933"/>
                </a:lnTo>
                <a:lnTo>
                  <a:pt x="350844" y="2331933"/>
                </a:lnTo>
                <a:lnTo>
                  <a:pt x="303236" y="2328730"/>
                </a:lnTo>
                <a:lnTo>
                  <a:pt x="257576" y="2319400"/>
                </a:lnTo>
                <a:lnTo>
                  <a:pt x="214279" y="2304362"/>
                </a:lnTo>
                <a:lnTo>
                  <a:pt x="173766" y="2284032"/>
                </a:lnTo>
                <a:lnTo>
                  <a:pt x="136453" y="2258830"/>
                </a:lnTo>
                <a:lnTo>
                  <a:pt x="102759" y="2229173"/>
                </a:lnTo>
                <a:lnTo>
                  <a:pt x="73102" y="2195479"/>
                </a:lnTo>
                <a:lnTo>
                  <a:pt x="47900" y="2158166"/>
                </a:lnTo>
                <a:lnTo>
                  <a:pt x="27571" y="2117653"/>
                </a:lnTo>
                <a:lnTo>
                  <a:pt x="12532" y="2074356"/>
                </a:lnTo>
                <a:lnTo>
                  <a:pt x="3202" y="2028695"/>
                </a:lnTo>
                <a:lnTo>
                  <a:pt x="0" y="1981088"/>
                </a:lnTo>
                <a:lnTo>
                  <a:pt x="0" y="350844"/>
                </a:lnTo>
                <a:lnTo>
                  <a:pt x="3202" y="303236"/>
                </a:lnTo>
                <a:lnTo>
                  <a:pt x="12532" y="257576"/>
                </a:lnTo>
                <a:lnTo>
                  <a:pt x="27571" y="214279"/>
                </a:lnTo>
                <a:lnTo>
                  <a:pt x="47900" y="173766"/>
                </a:lnTo>
                <a:lnTo>
                  <a:pt x="73102" y="136453"/>
                </a:lnTo>
                <a:lnTo>
                  <a:pt x="102759" y="102759"/>
                </a:lnTo>
                <a:lnTo>
                  <a:pt x="136453" y="73102"/>
                </a:lnTo>
                <a:lnTo>
                  <a:pt x="173766" y="47900"/>
                </a:lnTo>
                <a:lnTo>
                  <a:pt x="214279" y="27571"/>
                </a:lnTo>
                <a:lnTo>
                  <a:pt x="257576" y="12532"/>
                </a:lnTo>
                <a:lnTo>
                  <a:pt x="303236" y="3202"/>
                </a:lnTo>
                <a:lnTo>
                  <a:pt x="350844" y="0"/>
                </a:lnTo>
                <a:close/>
              </a:path>
            </a:pathLst>
          </a:custGeom>
          <a:ln w="635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441700" y="3860800"/>
            <a:ext cx="1527810" cy="85851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114300">
              <a:lnSpc>
                <a:spcPts val="3200"/>
              </a:lnSpc>
              <a:spcBef>
                <a:spcPts val="340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System 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Libraries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3700" y="5612093"/>
            <a:ext cx="4927598" cy="8268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7199" y="5656543"/>
            <a:ext cx="4800598" cy="6998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286000" y="5765800"/>
            <a:ext cx="11322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Kernel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78500" y="1866900"/>
            <a:ext cx="5219700" cy="8509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78500" y="2781300"/>
            <a:ext cx="5219700" cy="1130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78500" y="3949700"/>
            <a:ext cx="5219700" cy="12446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778500" y="5245100"/>
            <a:ext cx="5219700" cy="8763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日期占位符 30">
            <a:extLst>
              <a:ext uri="{FF2B5EF4-FFF2-40B4-BE49-F238E27FC236}">
                <a16:creationId xmlns:a16="http://schemas.microsoft.com/office/drawing/2014/main" id="{588AF354-F7D6-4933-A625-29173AEACA7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32" name="灯片编号占位符 31">
            <a:extLst>
              <a:ext uri="{FF2B5EF4-FFF2-40B4-BE49-F238E27FC236}">
                <a16:creationId xmlns:a16="http://schemas.microsoft.com/office/drawing/2014/main" id="{3FEC6446-903A-4D45-9401-0C6B389E41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7</a:t>
            </a:fld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300" y="685800"/>
            <a:ext cx="6323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Android 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Framework</a:t>
            </a:r>
            <a:r>
              <a:rPr sz="4000" b="1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Layer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6300" y="1828800"/>
            <a:ext cx="10008870" cy="389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9420" indent="-427355">
              <a:lnSpc>
                <a:spcPct val="100000"/>
              </a:lnSpc>
              <a:spcBef>
                <a:spcPts val="100"/>
              </a:spcBef>
              <a:buFont typeface="MS UI Gothic"/>
              <a:buChar char="❑"/>
              <a:tabLst>
                <a:tab pos="440055" algn="l"/>
              </a:tabLst>
            </a:pPr>
            <a:r>
              <a:rPr sz="3200" b="1" spc="-105" dirty="0">
                <a:latin typeface="Trebuchet MS"/>
                <a:cs typeface="Trebuchet MS"/>
              </a:rPr>
              <a:t>OAT </a:t>
            </a:r>
            <a:r>
              <a:rPr sz="3200" b="1" spc="-5" dirty="0">
                <a:latin typeface="Trebuchet MS"/>
                <a:cs typeface="Trebuchet MS"/>
              </a:rPr>
              <a:t>File</a:t>
            </a:r>
            <a:r>
              <a:rPr sz="3200" b="1" spc="35" dirty="0">
                <a:latin typeface="Trebuchet MS"/>
                <a:cs typeface="Trebuchet MS"/>
              </a:rPr>
              <a:t> </a:t>
            </a:r>
            <a:r>
              <a:rPr sz="3200" b="1" spc="-30" dirty="0">
                <a:latin typeface="Trebuchet MS"/>
                <a:cs typeface="Trebuchet MS"/>
              </a:rPr>
              <a:t>Parser</a:t>
            </a:r>
            <a:endParaRPr sz="3200">
              <a:latin typeface="Trebuchet MS"/>
              <a:cs typeface="Trebuchet MS"/>
            </a:endParaRPr>
          </a:p>
          <a:p>
            <a:pPr marL="789940" lvl="1" indent="-320675">
              <a:lnSpc>
                <a:spcPct val="100000"/>
              </a:lnSpc>
              <a:spcBef>
                <a:spcPts val="60"/>
              </a:spcBef>
              <a:buChar char="▪"/>
              <a:tabLst>
                <a:tab pos="789940" algn="l"/>
                <a:tab pos="790575" algn="l"/>
              </a:tabLst>
            </a:pPr>
            <a:r>
              <a:rPr sz="2400" dirty="0">
                <a:latin typeface="Trebuchet MS"/>
                <a:cs typeface="Trebuchet MS"/>
              </a:rPr>
              <a:t>Get the </a:t>
            </a:r>
            <a:r>
              <a:rPr sz="2400" spc="-5" dirty="0">
                <a:latin typeface="Trebuchet MS"/>
                <a:cs typeface="Trebuchet MS"/>
              </a:rPr>
              <a:t>beginning addresses of </a:t>
            </a:r>
            <a:r>
              <a:rPr sz="2400" dirty="0">
                <a:latin typeface="Trebuchet MS"/>
                <a:cs typeface="Trebuchet MS"/>
              </a:rPr>
              <a:t>the </a:t>
            </a:r>
            <a:r>
              <a:rPr sz="2400" spc="-5" dirty="0">
                <a:latin typeface="Trebuchet MS"/>
                <a:cs typeface="Trebuchet MS"/>
              </a:rPr>
              <a:t>compiled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methods.</a:t>
            </a:r>
            <a:endParaRPr sz="2400">
              <a:latin typeface="Trebuchet MS"/>
              <a:cs typeface="Trebuchet MS"/>
            </a:endParaRPr>
          </a:p>
          <a:p>
            <a:pPr marL="789940" lvl="1" indent="-320675">
              <a:lnSpc>
                <a:spcPct val="100000"/>
              </a:lnSpc>
              <a:spcBef>
                <a:spcPts val="219"/>
              </a:spcBef>
              <a:buChar char="▪"/>
              <a:tabLst>
                <a:tab pos="789940" algn="l"/>
                <a:tab pos="790575" algn="l"/>
              </a:tabLst>
            </a:pPr>
            <a:r>
              <a:rPr sz="2400" spc="-5" dirty="0">
                <a:latin typeface="Trebuchet MS"/>
                <a:cs typeface="Trebuchet MS"/>
              </a:rPr>
              <a:t>Get the types of the methods’ parameters and return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values.</a:t>
            </a:r>
            <a:endParaRPr sz="2400">
              <a:latin typeface="Trebuchet MS"/>
              <a:cs typeface="Trebuchet MS"/>
            </a:endParaRPr>
          </a:p>
          <a:p>
            <a:pPr marL="439420" indent="-427355">
              <a:lnSpc>
                <a:spcPct val="100000"/>
              </a:lnSpc>
              <a:spcBef>
                <a:spcPts val="520"/>
              </a:spcBef>
              <a:buFont typeface="MS UI Gothic"/>
              <a:buChar char="❑"/>
              <a:tabLst>
                <a:tab pos="440055" algn="l"/>
              </a:tabLst>
            </a:pPr>
            <a:r>
              <a:rPr sz="3200" b="1" spc="-5" dirty="0">
                <a:latin typeface="Trebuchet MS"/>
                <a:cs typeface="Trebuchet MS"/>
              </a:rPr>
              <a:t>Java Method</a:t>
            </a:r>
            <a:r>
              <a:rPr sz="3200" b="1" spc="-65" dirty="0">
                <a:latin typeface="Trebuchet MS"/>
                <a:cs typeface="Trebuchet MS"/>
              </a:rPr>
              <a:t> Tracker</a:t>
            </a:r>
            <a:endParaRPr sz="3200">
              <a:latin typeface="Trebuchet MS"/>
              <a:cs typeface="Trebuchet MS"/>
            </a:endParaRPr>
          </a:p>
          <a:p>
            <a:pPr marL="789940" lvl="1" indent="-320675">
              <a:lnSpc>
                <a:spcPct val="100000"/>
              </a:lnSpc>
              <a:spcBef>
                <a:spcPts val="60"/>
              </a:spcBef>
              <a:buChar char="▪"/>
              <a:tabLst>
                <a:tab pos="789940" algn="l"/>
                <a:tab pos="790575" algn="l"/>
              </a:tabLst>
            </a:pPr>
            <a:r>
              <a:rPr sz="2400" spc="-5" dirty="0">
                <a:latin typeface="Trebuchet MS"/>
                <a:cs typeface="Trebuchet MS"/>
              </a:rPr>
              <a:t>Get information about the invoked methods </a:t>
            </a:r>
            <a:r>
              <a:rPr sz="2400" dirty="0">
                <a:latin typeface="Trebuchet MS"/>
                <a:cs typeface="Trebuchet MS"/>
              </a:rPr>
              <a:t>with </a:t>
            </a:r>
            <a:r>
              <a:rPr sz="2400" spc="-5" dirty="0">
                <a:latin typeface="Trebuchet MS"/>
                <a:cs typeface="Trebuchet MS"/>
              </a:rPr>
              <a:t>their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parameters.</a:t>
            </a:r>
            <a:endParaRPr sz="2400">
              <a:latin typeface="Trebuchet MS"/>
              <a:cs typeface="Trebuchet MS"/>
            </a:endParaRPr>
          </a:p>
          <a:p>
            <a:pPr marL="789940" lvl="1" indent="-320675">
              <a:lnSpc>
                <a:spcPct val="100000"/>
              </a:lnSpc>
              <a:spcBef>
                <a:spcPts val="120"/>
              </a:spcBef>
              <a:buChar char="▪"/>
              <a:tabLst>
                <a:tab pos="789940" algn="l"/>
                <a:tab pos="790575" algn="l"/>
              </a:tabLst>
            </a:pPr>
            <a:r>
              <a:rPr sz="2400" spc="-5" dirty="0">
                <a:latin typeface="Trebuchet MS"/>
                <a:cs typeface="Trebuchet MS"/>
              </a:rPr>
              <a:t>Get information about the returned methods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5" dirty="0">
                <a:latin typeface="Trebuchet MS"/>
                <a:cs typeface="Trebuchet MS"/>
              </a:rPr>
              <a:t> results.</a:t>
            </a:r>
            <a:endParaRPr sz="2400">
              <a:latin typeface="Trebuchet MS"/>
              <a:cs typeface="Trebuchet MS"/>
            </a:endParaRPr>
          </a:p>
          <a:p>
            <a:pPr marL="439420" indent="-427355">
              <a:lnSpc>
                <a:spcPct val="100000"/>
              </a:lnSpc>
              <a:spcBef>
                <a:spcPts val="620"/>
              </a:spcBef>
              <a:buFont typeface="MS UI Gothic"/>
              <a:buChar char="❑"/>
              <a:tabLst>
                <a:tab pos="440055" algn="l"/>
              </a:tabLst>
            </a:pPr>
            <a:r>
              <a:rPr sz="3200" b="1" spc="-5" dirty="0">
                <a:latin typeface="Trebuchet MS"/>
                <a:cs typeface="Trebuchet MS"/>
              </a:rPr>
              <a:t>Java Object</a:t>
            </a:r>
            <a:r>
              <a:rPr sz="3200" b="1" spc="-10" dirty="0">
                <a:latin typeface="Trebuchet MS"/>
                <a:cs typeface="Trebuchet MS"/>
              </a:rPr>
              <a:t> </a:t>
            </a:r>
            <a:r>
              <a:rPr sz="3200" b="1" spc="-30" dirty="0">
                <a:latin typeface="Trebuchet MS"/>
                <a:cs typeface="Trebuchet MS"/>
              </a:rPr>
              <a:t>Parser</a:t>
            </a:r>
            <a:endParaRPr sz="3200">
              <a:latin typeface="Trebuchet MS"/>
              <a:cs typeface="Trebuchet MS"/>
            </a:endParaRPr>
          </a:p>
          <a:p>
            <a:pPr marL="698500" marR="2620645" lvl="1" indent="-228600">
              <a:lnSpc>
                <a:spcPts val="2600"/>
              </a:lnSpc>
              <a:spcBef>
                <a:spcPts val="680"/>
              </a:spcBef>
              <a:buSzPct val="116666"/>
              <a:buFont typeface="Trebuchet MS"/>
              <a:buChar char="▪"/>
              <a:tabLst>
                <a:tab pos="805815" algn="l"/>
              </a:tabLst>
            </a:pPr>
            <a:r>
              <a:rPr dirty="0"/>
              <a:t>	</a:t>
            </a:r>
            <a:r>
              <a:rPr sz="2400" spc="-5" dirty="0">
                <a:latin typeface="Trebuchet MS"/>
                <a:cs typeface="Trebuchet MS"/>
              </a:rPr>
              <a:t>Get the content stored </a:t>
            </a:r>
            <a:r>
              <a:rPr sz="2400" dirty="0">
                <a:latin typeface="Trebuchet MS"/>
                <a:cs typeface="Trebuchet MS"/>
              </a:rPr>
              <a:t>in </a:t>
            </a:r>
            <a:r>
              <a:rPr sz="2400" spc="-5" dirty="0">
                <a:latin typeface="Trebuchet MS"/>
                <a:cs typeface="Trebuchet MS"/>
              </a:rPr>
              <a:t>Java class instance.  </a:t>
            </a:r>
            <a:r>
              <a:rPr sz="2400" dirty="0">
                <a:latin typeface="Trebuchet MS"/>
                <a:cs typeface="Trebuchet MS"/>
              </a:rPr>
              <a:t>(i.e., </a:t>
            </a:r>
            <a:r>
              <a:rPr sz="2400" spc="-5" dirty="0">
                <a:latin typeface="Trebuchet MS"/>
                <a:cs typeface="Trebuchet MS"/>
              </a:rPr>
              <a:t>result </a:t>
            </a:r>
            <a:r>
              <a:rPr sz="2400" dirty="0">
                <a:latin typeface="Trebuchet MS"/>
                <a:cs typeface="Trebuchet MS"/>
              </a:rPr>
              <a:t>of </a:t>
            </a:r>
            <a:r>
              <a:rPr sz="2400" i="1" spc="-25" dirty="0">
                <a:latin typeface="Trebuchet MS"/>
                <a:cs typeface="Trebuchet MS"/>
              </a:rPr>
              <a:t>TelephonyManager.getDeviceId()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51800" y="368300"/>
            <a:ext cx="3860800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502043-9A18-44CA-BA2D-628911C6B73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CC544F1-13B9-46CD-A1B8-2CABD5991B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8</a:t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300" y="685800"/>
            <a:ext cx="56426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73550" algn="l"/>
              </a:tabLst>
            </a:pP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nd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r</a:t>
            </a: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oi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R</a:t>
            </a: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un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t</a:t>
            </a: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me	</a:t>
            </a: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L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ayer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6300" y="1793239"/>
            <a:ext cx="7283450" cy="3840479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6080" indent="-374015">
              <a:lnSpc>
                <a:spcPct val="100000"/>
              </a:lnSpc>
              <a:spcBef>
                <a:spcPts val="380"/>
              </a:spcBef>
              <a:buFont typeface="MS UI Gothic"/>
              <a:buChar char="❑"/>
              <a:tabLst>
                <a:tab pos="386715" algn="l"/>
              </a:tabLst>
            </a:pPr>
            <a:r>
              <a:rPr sz="2800" b="1" spc="-5" dirty="0">
                <a:latin typeface="Trebuchet MS"/>
                <a:cs typeface="Trebuchet MS"/>
              </a:rPr>
              <a:t>Native Code</a:t>
            </a:r>
            <a:r>
              <a:rPr sz="2800" b="1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Loading</a:t>
            </a:r>
            <a:endParaRPr sz="2800">
              <a:latin typeface="Trebuchet MS"/>
              <a:cs typeface="Trebuchet MS"/>
            </a:endParaRPr>
          </a:p>
          <a:p>
            <a:pPr marL="789940" lvl="1" indent="-320675">
              <a:lnSpc>
                <a:spcPct val="100000"/>
              </a:lnSpc>
              <a:spcBef>
                <a:spcPts val="240"/>
              </a:spcBef>
              <a:buChar char="▪"/>
              <a:tabLst>
                <a:tab pos="789940" algn="l"/>
                <a:tab pos="790575" algn="l"/>
              </a:tabLst>
            </a:pPr>
            <a:r>
              <a:rPr sz="2400" spc="-55" dirty="0">
                <a:latin typeface="Trebuchet MS"/>
                <a:cs typeface="Trebuchet MS"/>
              </a:rPr>
              <a:t>Track </a:t>
            </a:r>
            <a:r>
              <a:rPr sz="2400" dirty="0">
                <a:latin typeface="Trebuchet MS"/>
                <a:cs typeface="Trebuchet MS"/>
              </a:rPr>
              <a:t>the </a:t>
            </a:r>
            <a:r>
              <a:rPr sz="2400" spc="-5" dirty="0">
                <a:latin typeface="Trebuchet MS"/>
                <a:cs typeface="Trebuchet MS"/>
              </a:rPr>
              <a:t>dynamically loaded native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code</a:t>
            </a:r>
            <a:endParaRPr sz="2400">
              <a:latin typeface="Trebuchet MS"/>
              <a:cs typeface="Trebuchet MS"/>
            </a:endParaRPr>
          </a:p>
          <a:p>
            <a:pPr marL="386080" indent="-374015">
              <a:lnSpc>
                <a:spcPct val="100000"/>
              </a:lnSpc>
              <a:spcBef>
                <a:spcPts val="120"/>
              </a:spcBef>
              <a:buFont typeface="MS UI Gothic"/>
              <a:buChar char="❑"/>
              <a:tabLst>
                <a:tab pos="386715" algn="l"/>
              </a:tabLst>
            </a:pPr>
            <a:r>
              <a:rPr sz="2800" b="1" spc="-5" dirty="0">
                <a:latin typeface="Trebuchet MS"/>
                <a:cs typeface="Trebuchet MS"/>
              </a:rPr>
              <a:t>Java Code</a:t>
            </a:r>
            <a:r>
              <a:rPr sz="2800" b="1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Loading</a:t>
            </a:r>
            <a:endParaRPr sz="2800">
              <a:latin typeface="Trebuchet MS"/>
              <a:cs typeface="Trebuchet MS"/>
            </a:endParaRPr>
          </a:p>
          <a:p>
            <a:pPr marL="784225" lvl="1" indent="-314960">
              <a:lnSpc>
                <a:spcPct val="100000"/>
              </a:lnSpc>
              <a:spcBef>
                <a:spcPts val="240"/>
              </a:spcBef>
              <a:buChar char="▪"/>
              <a:tabLst>
                <a:tab pos="784225" algn="l"/>
                <a:tab pos="784860" algn="l"/>
              </a:tabLst>
            </a:pPr>
            <a:r>
              <a:rPr sz="2400" spc="-55" dirty="0">
                <a:latin typeface="Trebuchet MS"/>
                <a:cs typeface="Trebuchet MS"/>
              </a:rPr>
              <a:t>Track </a:t>
            </a:r>
            <a:r>
              <a:rPr sz="2400" spc="-5" dirty="0">
                <a:latin typeface="Trebuchet MS"/>
                <a:cs typeface="Trebuchet MS"/>
              </a:rPr>
              <a:t>the dynamically loaded Java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code</a:t>
            </a:r>
            <a:endParaRPr sz="2400">
              <a:latin typeface="Trebuchet MS"/>
              <a:cs typeface="Trebuchet MS"/>
            </a:endParaRPr>
          </a:p>
          <a:p>
            <a:pPr marL="386080" indent="-374015">
              <a:lnSpc>
                <a:spcPct val="100000"/>
              </a:lnSpc>
              <a:spcBef>
                <a:spcPts val="120"/>
              </a:spcBef>
              <a:buFont typeface="MS UI Gothic"/>
              <a:buChar char="❑"/>
              <a:tabLst>
                <a:tab pos="386715" algn="l"/>
              </a:tabLst>
            </a:pPr>
            <a:r>
              <a:rPr sz="2800" b="1" spc="-5" dirty="0">
                <a:latin typeface="Trebuchet MS"/>
                <a:cs typeface="Trebuchet MS"/>
              </a:rPr>
              <a:t>JNI</a:t>
            </a:r>
            <a:r>
              <a:rPr sz="2800" b="1" spc="-10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Invocation</a:t>
            </a:r>
            <a:endParaRPr sz="2800">
              <a:latin typeface="Trebuchet MS"/>
              <a:cs typeface="Trebuchet MS"/>
            </a:endParaRPr>
          </a:p>
          <a:p>
            <a:pPr marL="789940" lvl="1" indent="-320675">
              <a:lnSpc>
                <a:spcPct val="100000"/>
              </a:lnSpc>
              <a:spcBef>
                <a:spcPts val="240"/>
              </a:spcBef>
              <a:buChar char="▪"/>
              <a:tabLst>
                <a:tab pos="789940" algn="l"/>
                <a:tab pos="790575" algn="l"/>
              </a:tabLst>
            </a:pPr>
            <a:r>
              <a:rPr sz="2400" spc="-55" dirty="0">
                <a:latin typeface="Trebuchet MS"/>
                <a:cs typeface="Trebuchet MS"/>
              </a:rPr>
              <a:t>Track </a:t>
            </a:r>
            <a:r>
              <a:rPr sz="2400" dirty="0">
                <a:latin typeface="Trebuchet MS"/>
                <a:cs typeface="Trebuchet MS"/>
              </a:rPr>
              <a:t>the </a:t>
            </a:r>
            <a:r>
              <a:rPr sz="2400" spc="-5" dirty="0">
                <a:latin typeface="Trebuchet MS"/>
                <a:cs typeface="Trebuchet MS"/>
              </a:rPr>
              <a:t>native methods invoked by Java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code</a:t>
            </a:r>
            <a:endParaRPr sz="2400">
              <a:latin typeface="Trebuchet MS"/>
              <a:cs typeface="Trebuchet MS"/>
            </a:endParaRPr>
          </a:p>
          <a:p>
            <a:pPr marL="386080" indent="-374015">
              <a:lnSpc>
                <a:spcPct val="100000"/>
              </a:lnSpc>
              <a:spcBef>
                <a:spcPts val="120"/>
              </a:spcBef>
              <a:buFont typeface="MS UI Gothic"/>
              <a:buChar char="❑"/>
              <a:tabLst>
                <a:tab pos="386715" algn="l"/>
              </a:tabLst>
            </a:pPr>
            <a:r>
              <a:rPr sz="2800" b="1" spc="-5" dirty="0">
                <a:latin typeface="Trebuchet MS"/>
                <a:cs typeface="Trebuchet MS"/>
              </a:rPr>
              <a:t>JNI</a:t>
            </a:r>
            <a:r>
              <a:rPr sz="2800" b="1" spc="-10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Reflection</a:t>
            </a:r>
            <a:endParaRPr sz="2800">
              <a:latin typeface="Trebuchet MS"/>
              <a:cs typeface="Trebuchet MS"/>
            </a:endParaRPr>
          </a:p>
          <a:p>
            <a:pPr marL="784225" lvl="1" indent="-314960">
              <a:lnSpc>
                <a:spcPct val="100000"/>
              </a:lnSpc>
              <a:spcBef>
                <a:spcPts val="240"/>
              </a:spcBef>
              <a:buChar char="▪"/>
              <a:tabLst>
                <a:tab pos="784225" algn="l"/>
                <a:tab pos="784860" algn="l"/>
              </a:tabLst>
            </a:pPr>
            <a:r>
              <a:rPr sz="2400" spc="-55" dirty="0">
                <a:latin typeface="Trebuchet MS"/>
                <a:cs typeface="Trebuchet MS"/>
              </a:rPr>
              <a:t>Track </a:t>
            </a:r>
            <a:r>
              <a:rPr sz="2400" spc="-5" dirty="0">
                <a:latin typeface="Trebuchet MS"/>
                <a:cs typeface="Trebuchet MS"/>
              </a:rPr>
              <a:t>the Java methods invoked </a:t>
            </a:r>
            <a:r>
              <a:rPr sz="2400" dirty="0">
                <a:latin typeface="Trebuchet MS"/>
                <a:cs typeface="Trebuchet MS"/>
              </a:rPr>
              <a:t>by </a:t>
            </a:r>
            <a:r>
              <a:rPr sz="2400" spc="-5" dirty="0">
                <a:latin typeface="Trebuchet MS"/>
                <a:cs typeface="Trebuchet MS"/>
              </a:rPr>
              <a:t>native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code</a:t>
            </a:r>
            <a:endParaRPr sz="2400">
              <a:latin typeface="Trebuchet MS"/>
              <a:cs typeface="Trebuchet MS"/>
            </a:endParaRPr>
          </a:p>
          <a:p>
            <a:pPr marL="386080" indent="-374015">
              <a:lnSpc>
                <a:spcPct val="100000"/>
              </a:lnSpc>
              <a:spcBef>
                <a:spcPts val="120"/>
              </a:spcBef>
              <a:buFont typeface="MS UI Gothic"/>
              <a:buChar char="❑"/>
              <a:tabLst>
                <a:tab pos="386715" algn="l"/>
              </a:tabLst>
            </a:pPr>
            <a:r>
              <a:rPr sz="2800" b="1" spc="-5" dirty="0">
                <a:latin typeface="Trebuchet MS"/>
                <a:cs typeface="Trebuchet MS"/>
              </a:rPr>
              <a:t>Java</a:t>
            </a:r>
            <a:r>
              <a:rPr sz="2800" b="1" spc="-10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Reflection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3500" y="5638800"/>
            <a:ext cx="7924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▪"/>
              <a:tabLst>
                <a:tab pos="241300" algn="l"/>
              </a:tabLst>
            </a:pPr>
            <a:r>
              <a:rPr sz="2400" spc="-55" dirty="0">
                <a:latin typeface="Trebuchet MS"/>
                <a:cs typeface="Trebuchet MS"/>
              </a:rPr>
              <a:t>Track </a:t>
            </a:r>
            <a:r>
              <a:rPr sz="2400" dirty="0">
                <a:latin typeface="Trebuchet MS"/>
                <a:cs typeface="Trebuchet MS"/>
              </a:rPr>
              <a:t>the </a:t>
            </a:r>
            <a:r>
              <a:rPr sz="2400" spc="-5" dirty="0">
                <a:latin typeface="Trebuchet MS"/>
                <a:cs typeface="Trebuchet MS"/>
              </a:rPr>
              <a:t>Java methods invoked through Java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reflection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01246" y="1372311"/>
            <a:ext cx="2494089" cy="1423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98583" y="4152275"/>
            <a:ext cx="3152931" cy="12741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98582" y="4152275"/>
            <a:ext cx="3153410" cy="1274445"/>
          </a:xfrm>
          <a:custGeom>
            <a:avLst/>
            <a:gdLst/>
            <a:ahLst/>
            <a:cxnLst/>
            <a:rect l="l" t="t" r="r" b="b"/>
            <a:pathLst>
              <a:path w="3153409" h="1274445">
                <a:moveTo>
                  <a:pt x="212364" y="0"/>
                </a:moveTo>
                <a:lnTo>
                  <a:pt x="2940565" y="0"/>
                </a:lnTo>
                <a:lnTo>
                  <a:pt x="2989258" y="5608"/>
                </a:lnTo>
                <a:lnTo>
                  <a:pt x="3033958" y="21585"/>
                </a:lnTo>
                <a:lnTo>
                  <a:pt x="3073389" y="46654"/>
                </a:lnTo>
                <a:lnTo>
                  <a:pt x="3106276" y="79541"/>
                </a:lnTo>
                <a:lnTo>
                  <a:pt x="3131346" y="118972"/>
                </a:lnTo>
                <a:lnTo>
                  <a:pt x="3147322" y="163671"/>
                </a:lnTo>
                <a:lnTo>
                  <a:pt x="3152931" y="212364"/>
                </a:lnTo>
                <a:lnTo>
                  <a:pt x="3152931" y="1061799"/>
                </a:lnTo>
                <a:lnTo>
                  <a:pt x="3147322" y="1110492"/>
                </a:lnTo>
                <a:lnTo>
                  <a:pt x="3131346" y="1155191"/>
                </a:lnTo>
                <a:lnTo>
                  <a:pt x="3106276" y="1194622"/>
                </a:lnTo>
                <a:lnTo>
                  <a:pt x="3073389" y="1227510"/>
                </a:lnTo>
                <a:lnTo>
                  <a:pt x="3033958" y="1252579"/>
                </a:lnTo>
                <a:lnTo>
                  <a:pt x="2989258" y="1268555"/>
                </a:lnTo>
                <a:lnTo>
                  <a:pt x="2940565" y="1274164"/>
                </a:lnTo>
                <a:lnTo>
                  <a:pt x="212364" y="1274164"/>
                </a:lnTo>
                <a:lnTo>
                  <a:pt x="163671" y="1268555"/>
                </a:lnTo>
                <a:lnTo>
                  <a:pt x="118972" y="1252579"/>
                </a:lnTo>
                <a:lnTo>
                  <a:pt x="79541" y="1227510"/>
                </a:lnTo>
                <a:lnTo>
                  <a:pt x="46654" y="1194622"/>
                </a:lnTo>
                <a:lnTo>
                  <a:pt x="21585" y="1155191"/>
                </a:lnTo>
                <a:lnTo>
                  <a:pt x="5608" y="1110492"/>
                </a:lnTo>
                <a:lnTo>
                  <a:pt x="0" y="1061799"/>
                </a:lnTo>
                <a:lnTo>
                  <a:pt x="0" y="212364"/>
                </a:lnTo>
                <a:lnTo>
                  <a:pt x="5608" y="163671"/>
                </a:lnTo>
                <a:lnTo>
                  <a:pt x="21585" y="118972"/>
                </a:lnTo>
                <a:lnTo>
                  <a:pt x="46654" y="79541"/>
                </a:lnTo>
                <a:lnTo>
                  <a:pt x="79541" y="46654"/>
                </a:lnTo>
                <a:lnTo>
                  <a:pt x="118972" y="21585"/>
                </a:lnTo>
                <a:lnTo>
                  <a:pt x="163671" y="5608"/>
                </a:lnTo>
                <a:lnTo>
                  <a:pt x="212364" y="0"/>
                </a:lnTo>
                <a:close/>
              </a:path>
            </a:pathLst>
          </a:custGeom>
          <a:ln w="63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699500" y="4178300"/>
            <a:ext cx="2931160" cy="120650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59"/>
              </a:spcBef>
            </a:pPr>
            <a:r>
              <a:rPr sz="2000" b="1" spc="-5" dirty="0">
                <a:solidFill>
                  <a:srgbClr val="222A35"/>
                </a:solidFill>
                <a:latin typeface="Trebuchet MS"/>
                <a:cs typeface="Trebuchet MS"/>
              </a:rPr>
              <a:t>Malton </a:t>
            </a:r>
            <a:r>
              <a:rPr sz="2000" b="1" dirty="0">
                <a:solidFill>
                  <a:srgbClr val="222A35"/>
                </a:solidFill>
                <a:latin typeface="Trebuchet MS"/>
                <a:cs typeface="Trebuchet MS"/>
              </a:rPr>
              <a:t>can </a:t>
            </a:r>
            <a:r>
              <a:rPr sz="2000" b="1" spc="-5" dirty="0">
                <a:solidFill>
                  <a:srgbClr val="222A35"/>
                </a:solidFill>
                <a:latin typeface="Trebuchet MS"/>
                <a:cs typeface="Trebuchet MS"/>
              </a:rPr>
              <a:t>be </a:t>
            </a:r>
            <a:r>
              <a:rPr sz="2000" b="1" dirty="0">
                <a:solidFill>
                  <a:srgbClr val="222A35"/>
                </a:solidFill>
                <a:latin typeface="Trebuchet MS"/>
                <a:cs typeface="Trebuchet MS"/>
              </a:rPr>
              <a:t>easily  extended to support</a:t>
            </a:r>
            <a:r>
              <a:rPr sz="2000" b="1" spc="-100" dirty="0">
                <a:solidFill>
                  <a:srgbClr val="222A35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22A35"/>
                </a:solidFill>
                <a:latin typeface="Trebuchet MS"/>
                <a:cs typeface="Trebuchet MS"/>
              </a:rPr>
              <a:t>the  </a:t>
            </a:r>
            <a:r>
              <a:rPr sz="2000" b="1" spc="-10" dirty="0">
                <a:solidFill>
                  <a:srgbClr val="222A35"/>
                </a:solidFill>
                <a:latin typeface="Trebuchet MS"/>
                <a:cs typeface="Trebuchet MS"/>
              </a:rPr>
              <a:t>tracking </a:t>
            </a:r>
            <a:r>
              <a:rPr sz="2000" b="1" dirty="0">
                <a:solidFill>
                  <a:srgbClr val="222A35"/>
                </a:solidFill>
                <a:latin typeface="Trebuchet MS"/>
                <a:cs typeface="Trebuchet MS"/>
              </a:rPr>
              <a:t>of </a:t>
            </a:r>
            <a:r>
              <a:rPr sz="2000" b="1" spc="-5" dirty="0">
                <a:solidFill>
                  <a:srgbClr val="222A35"/>
                </a:solidFill>
                <a:latin typeface="Trebuchet MS"/>
                <a:cs typeface="Trebuchet MS"/>
              </a:rPr>
              <a:t>new  </a:t>
            </a:r>
            <a:r>
              <a:rPr sz="2000" b="1" dirty="0">
                <a:solidFill>
                  <a:srgbClr val="222A35"/>
                </a:solidFill>
                <a:latin typeface="Trebuchet MS"/>
                <a:cs typeface="Trebuchet MS"/>
              </a:rPr>
              <a:t>behaviors.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48539C21-EAD3-4072-8365-E114C9D76DD4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2DF48C31-A20F-4616-BCE7-F6CD2415C5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9</a:t>
            </a:fld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300" y="685800"/>
            <a:ext cx="33299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0880" algn="l"/>
              </a:tabLst>
            </a:pP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System	</a:t>
            </a: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L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ayer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6300" y="1807154"/>
            <a:ext cx="10010140" cy="396684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86080" indent="-374015">
              <a:lnSpc>
                <a:spcPct val="100000"/>
              </a:lnSpc>
              <a:spcBef>
                <a:spcPts val="270"/>
              </a:spcBef>
              <a:buFont typeface="MS UI Gothic"/>
              <a:buChar char="❑"/>
              <a:tabLst>
                <a:tab pos="386715" algn="l"/>
              </a:tabLst>
            </a:pPr>
            <a:r>
              <a:rPr sz="2800" b="1" spc="-5" dirty="0">
                <a:latin typeface="Trebuchet MS"/>
                <a:cs typeface="Trebuchet MS"/>
              </a:rPr>
              <a:t>Network </a:t>
            </a:r>
            <a:r>
              <a:rPr sz="2800" b="1" spc="-15" dirty="0">
                <a:latin typeface="Trebuchet MS"/>
                <a:cs typeface="Trebuchet MS"/>
              </a:rPr>
              <a:t>Operations</a:t>
            </a:r>
            <a:endParaRPr sz="2800">
              <a:latin typeface="Trebuchet MS"/>
              <a:cs typeface="Trebuchet MS"/>
            </a:endParaRPr>
          </a:p>
          <a:p>
            <a:pPr marL="786130" lvl="1" indent="-316865">
              <a:lnSpc>
                <a:spcPct val="100000"/>
              </a:lnSpc>
              <a:spcBef>
                <a:spcPts val="140"/>
              </a:spcBef>
              <a:buChar char="▪"/>
              <a:tabLst>
                <a:tab pos="786130" algn="l"/>
                <a:tab pos="786765" algn="l"/>
              </a:tabLst>
            </a:pPr>
            <a:r>
              <a:rPr sz="2300" dirty="0">
                <a:latin typeface="Trebuchet MS"/>
                <a:cs typeface="Trebuchet MS"/>
              </a:rPr>
              <a:t>Monitor </a:t>
            </a:r>
            <a:r>
              <a:rPr sz="2300" spc="-5" dirty="0">
                <a:latin typeface="Trebuchet MS"/>
                <a:cs typeface="Trebuchet MS"/>
              </a:rPr>
              <a:t>information leaked </a:t>
            </a:r>
            <a:r>
              <a:rPr sz="2300" dirty="0">
                <a:latin typeface="Trebuchet MS"/>
                <a:cs typeface="Trebuchet MS"/>
              </a:rPr>
              <a:t>through</a:t>
            </a:r>
            <a:r>
              <a:rPr sz="2300" spc="10" dirty="0">
                <a:latin typeface="Trebuchet MS"/>
                <a:cs typeface="Trebuchet MS"/>
              </a:rPr>
              <a:t> </a:t>
            </a:r>
            <a:r>
              <a:rPr sz="2300" spc="-5" dirty="0">
                <a:latin typeface="Trebuchet MS"/>
                <a:cs typeface="Trebuchet MS"/>
              </a:rPr>
              <a:t>network.</a:t>
            </a:r>
            <a:endParaRPr sz="2300">
              <a:latin typeface="Trebuchet MS"/>
              <a:cs typeface="Trebuchet MS"/>
            </a:endParaRPr>
          </a:p>
          <a:p>
            <a:pPr marL="786130" lvl="1" indent="-316865">
              <a:lnSpc>
                <a:spcPct val="100000"/>
              </a:lnSpc>
              <a:spcBef>
                <a:spcPts val="140"/>
              </a:spcBef>
              <a:buChar char="▪"/>
              <a:tabLst>
                <a:tab pos="786130" algn="l"/>
                <a:tab pos="786765" algn="l"/>
              </a:tabLst>
            </a:pPr>
            <a:r>
              <a:rPr sz="2300" spc="-5" dirty="0">
                <a:latin typeface="Trebuchet MS"/>
                <a:cs typeface="Trebuchet MS"/>
              </a:rPr>
              <a:t>Monitor the received remote</a:t>
            </a:r>
            <a:r>
              <a:rPr sz="2300" spc="-10" dirty="0">
                <a:latin typeface="Trebuchet MS"/>
                <a:cs typeface="Trebuchet MS"/>
              </a:rPr>
              <a:t> </a:t>
            </a:r>
            <a:r>
              <a:rPr sz="2300" spc="-5" dirty="0">
                <a:latin typeface="Trebuchet MS"/>
                <a:cs typeface="Trebuchet MS"/>
              </a:rPr>
              <a:t>commands.</a:t>
            </a:r>
            <a:endParaRPr sz="2300">
              <a:latin typeface="Trebuchet MS"/>
              <a:cs typeface="Trebuchet MS"/>
            </a:endParaRPr>
          </a:p>
          <a:p>
            <a:pPr marL="386080" indent="-374015">
              <a:lnSpc>
                <a:spcPct val="100000"/>
              </a:lnSpc>
              <a:spcBef>
                <a:spcPts val="40"/>
              </a:spcBef>
              <a:buFont typeface="MS UI Gothic"/>
              <a:buChar char="❑"/>
              <a:tabLst>
                <a:tab pos="386715" algn="l"/>
              </a:tabLst>
            </a:pPr>
            <a:r>
              <a:rPr sz="2800" b="1" spc="-5" dirty="0">
                <a:latin typeface="Trebuchet MS"/>
                <a:cs typeface="Trebuchet MS"/>
              </a:rPr>
              <a:t>File</a:t>
            </a:r>
            <a:r>
              <a:rPr sz="2800" b="1" spc="-10" dirty="0">
                <a:latin typeface="Trebuchet MS"/>
                <a:cs typeface="Trebuchet MS"/>
              </a:rPr>
              <a:t> </a:t>
            </a:r>
            <a:r>
              <a:rPr sz="2800" b="1" spc="-15" dirty="0">
                <a:latin typeface="Trebuchet MS"/>
                <a:cs typeface="Trebuchet MS"/>
              </a:rPr>
              <a:t>Operations</a:t>
            </a:r>
            <a:endParaRPr sz="2800">
              <a:latin typeface="Trebuchet MS"/>
              <a:cs typeface="Trebuchet MS"/>
            </a:endParaRPr>
          </a:p>
          <a:p>
            <a:pPr marL="786130" lvl="1" indent="-316865">
              <a:lnSpc>
                <a:spcPct val="100000"/>
              </a:lnSpc>
              <a:spcBef>
                <a:spcPts val="140"/>
              </a:spcBef>
              <a:buChar char="▪"/>
              <a:tabLst>
                <a:tab pos="786130" algn="l"/>
                <a:tab pos="786765" algn="l"/>
              </a:tabLst>
            </a:pPr>
            <a:r>
              <a:rPr sz="2300" dirty="0">
                <a:latin typeface="Trebuchet MS"/>
                <a:cs typeface="Trebuchet MS"/>
              </a:rPr>
              <a:t>Monitor the access of </a:t>
            </a:r>
            <a:r>
              <a:rPr sz="2300" spc="-5" dirty="0">
                <a:latin typeface="Trebuchet MS"/>
                <a:cs typeface="Trebuchet MS"/>
              </a:rPr>
              <a:t>personal files </a:t>
            </a:r>
            <a:r>
              <a:rPr sz="2300" dirty="0">
                <a:latin typeface="Trebuchet MS"/>
                <a:cs typeface="Trebuchet MS"/>
              </a:rPr>
              <a:t>in storage.</a:t>
            </a:r>
            <a:endParaRPr sz="2300">
              <a:latin typeface="Trebuchet MS"/>
              <a:cs typeface="Trebuchet MS"/>
            </a:endParaRPr>
          </a:p>
          <a:p>
            <a:pPr marL="786130" lvl="1" indent="-316865">
              <a:lnSpc>
                <a:spcPct val="100000"/>
              </a:lnSpc>
              <a:spcBef>
                <a:spcPts val="40"/>
              </a:spcBef>
              <a:buChar char="▪"/>
              <a:tabLst>
                <a:tab pos="786130" algn="l"/>
                <a:tab pos="786765" algn="l"/>
              </a:tabLst>
            </a:pPr>
            <a:r>
              <a:rPr sz="2300" spc="-5" dirty="0">
                <a:latin typeface="Trebuchet MS"/>
                <a:cs typeface="Trebuchet MS"/>
              </a:rPr>
              <a:t>Monitor </a:t>
            </a:r>
            <a:r>
              <a:rPr sz="2300" dirty="0">
                <a:latin typeface="Trebuchet MS"/>
                <a:cs typeface="Trebuchet MS"/>
              </a:rPr>
              <a:t>dynamically </a:t>
            </a:r>
            <a:r>
              <a:rPr sz="2300" spc="-5" dirty="0">
                <a:latin typeface="Trebuchet MS"/>
                <a:cs typeface="Trebuchet MS"/>
              </a:rPr>
              <a:t>released and </a:t>
            </a:r>
            <a:r>
              <a:rPr sz="2300" dirty="0">
                <a:latin typeface="Trebuchet MS"/>
                <a:cs typeface="Trebuchet MS"/>
              </a:rPr>
              <a:t>deleted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data.</a:t>
            </a:r>
            <a:endParaRPr sz="2300">
              <a:latin typeface="Trebuchet MS"/>
              <a:cs typeface="Trebuchet MS"/>
            </a:endParaRPr>
          </a:p>
          <a:p>
            <a:pPr marL="386080" indent="-374015">
              <a:lnSpc>
                <a:spcPct val="100000"/>
              </a:lnSpc>
              <a:spcBef>
                <a:spcPts val="40"/>
              </a:spcBef>
              <a:buFont typeface="MS UI Gothic"/>
              <a:buChar char="❑"/>
              <a:tabLst>
                <a:tab pos="386715" algn="l"/>
              </a:tabLst>
            </a:pPr>
            <a:r>
              <a:rPr sz="2800" b="1" spc="-5" dirty="0">
                <a:latin typeface="Trebuchet MS"/>
                <a:cs typeface="Trebuchet MS"/>
              </a:rPr>
              <a:t>Memory</a:t>
            </a:r>
            <a:r>
              <a:rPr sz="2800" b="1" spc="-10" dirty="0">
                <a:latin typeface="Trebuchet MS"/>
                <a:cs typeface="Trebuchet MS"/>
              </a:rPr>
              <a:t> </a:t>
            </a:r>
            <a:r>
              <a:rPr sz="2800" b="1" spc="-15" dirty="0">
                <a:latin typeface="Trebuchet MS"/>
                <a:cs typeface="Trebuchet MS"/>
              </a:rPr>
              <a:t>Operations</a:t>
            </a:r>
            <a:endParaRPr sz="2800">
              <a:latin typeface="Trebuchet MS"/>
              <a:cs typeface="Trebuchet MS"/>
            </a:endParaRPr>
          </a:p>
          <a:p>
            <a:pPr marL="786130" lvl="1" indent="-316865">
              <a:lnSpc>
                <a:spcPct val="100000"/>
              </a:lnSpc>
              <a:spcBef>
                <a:spcPts val="140"/>
              </a:spcBef>
              <a:buChar char="▪"/>
              <a:tabLst>
                <a:tab pos="786130" algn="l"/>
                <a:tab pos="786765" algn="l"/>
              </a:tabLst>
            </a:pPr>
            <a:r>
              <a:rPr sz="2300" spc="-5" dirty="0">
                <a:latin typeface="Trebuchet MS"/>
                <a:cs typeface="Trebuchet MS"/>
              </a:rPr>
              <a:t>Monitor </a:t>
            </a:r>
            <a:r>
              <a:rPr sz="2300" dirty="0">
                <a:latin typeface="Trebuchet MS"/>
                <a:cs typeface="Trebuchet MS"/>
              </a:rPr>
              <a:t>dynamically </a:t>
            </a:r>
            <a:r>
              <a:rPr sz="2300" spc="-5" dirty="0">
                <a:latin typeface="Trebuchet MS"/>
                <a:cs typeface="Trebuchet MS"/>
              </a:rPr>
              <a:t>memory modification </a:t>
            </a:r>
            <a:r>
              <a:rPr sz="2300" dirty="0">
                <a:latin typeface="Trebuchet MS"/>
                <a:cs typeface="Trebuchet MS"/>
              </a:rPr>
              <a:t>.</a:t>
            </a:r>
            <a:endParaRPr sz="2300">
              <a:latin typeface="Trebuchet MS"/>
              <a:cs typeface="Trebuchet MS"/>
            </a:endParaRPr>
          </a:p>
          <a:p>
            <a:pPr marL="386080" indent="-374015">
              <a:lnSpc>
                <a:spcPct val="100000"/>
              </a:lnSpc>
              <a:spcBef>
                <a:spcPts val="40"/>
              </a:spcBef>
              <a:buFont typeface="MS UI Gothic"/>
              <a:buChar char="❑"/>
              <a:tabLst>
                <a:tab pos="386715" algn="l"/>
              </a:tabLst>
            </a:pPr>
            <a:r>
              <a:rPr sz="2800" b="1" spc="-5" dirty="0">
                <a:latin typeface="Trebuchet MS"/>
                <a:cs typeface="Trebuchet MS"/>
              </a:rPr>
              <a:t>Process</a:t>
            </a:r>
            <a:r>
              <a:rPr sz="2800" b="1" spc="-10" dirty="0">
                <a:latin typeface="Trebuchet MS"/>
                <a:cs typeface="Trebuchet MS"/>
              </a:rPr>
              <a:t> </a:t>
            </a:r>
            <a:r>
              <a:rPr sz="2800" b="1" spc="-15" dirty="0">
                <a:latin typeface="Trebuchet MS"/>
                <a:cs typeface="Trebuchet MS"/>
              </a:rPr>
              <a:t>Operations</a:t>
            </a:r>
            <a:endParaRPr sz="2800">
              <a:latin typeface="Trebuchet MS"/>
              <a:cs typeface="Trebuchet MS"/>
            </a:endParaRPr>
          </a:p>
          <a:p>
            <a:pPr marL="786130" lvl="1" indent="-316865">
              <a:lnSpc>
                <a:spcPct val="100000"/>
              </a:lnSpc>
              <a:spcBef>
                <a:spcPts val="140"/>
              </a:spcBef>
              <a:buChar char="▪"/>
              <a:tabLst>
                <a:tab pos="786130" algn="l"/>
                <a:tab pos="786765" algn="l"/>
              </a:tabLst>
            </a:pPr>
            <a:r>
              <a:rPr sz="2300" dirty="0">
                <a:latin typeface="Trebuchet MS"/>
                <a:cs typeface="Trebuchet MS"/>
              </a:rPr>
              <a:t>Monitor </a:t>
            </a:r>
            <a:r>
              <a:rPr sz="2300" spc="-5" dirty="0">
                <a:latin typeface="Trebuchet MS"/>
                <a:cs typeface="Trebuchet MS"/>
              </a:rPr>
              <a:t>protection behaviors </a:t>
            </a:r>
            <a:r>
              <a:rPr sz="2300" dirty="0">
                <a:latin typeface="Trebuchet MS"/>
                <a:cs typeface="Trebuchet MS"/>
              </a:rPr>
              <a:t>(e.g., </a:t>
            </a:r>
            <a:r>
              <a:rPr sz="2300" spc="-5" dirty="0">
                <a:latin typeface="Trebuchet MS"/>
                <a:cs typeface="Trebuchet MS"/>
              </a:rPr>
              <a:t>anti-emulator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114" dirty="0">
                <a:latin typeface="Trebuchet MS"/>
                <a:cs typeface="Trebuchet MS"/>
              </a:rPr>
              <a:t> </a:t>
            </a:r>
            <a:r>
              <a:rPr sz="2300" spc="-5" dirty="0">
                <a:latin typeface="Trebuchet MS"/>
                <a:cs typeface="Trebuchet MS"/>
              </a:rPr>
              <a:t>anti-debugging)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63072" y="1155700"/>
            <a:ext cx="2476427" cy="14159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44AD3A-BBF8-46EF-86E2-03007A92702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87BA585-2832-4166-976B-26DD167CFD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10</a:t>
            </a:fld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300" y="685800"/>
            <a:ext cx="41471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Instruction</a:t>
            </a:r>
            <a:r>
              <a:rPr sz="4000" b="1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Layer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6300" y="1785620"/>
            <a:ext cx="9639935" cy="29718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379730" indent="-367665">
              <a:lnSpc>
                <a:spcPct val="100000"/>
              </a:lnSpc>
              <a:spcBef>
                <a:spcPts val="439"/>
              </a:spcBef>
              <a:buFont typeface="MS UI Gothic"/>
              <a:buChar char="❑"/>
              <a:tabLst>
                <a:tab pos="380365" algn="l"/>
              </a:tabLst>
            </a:pPr>
            <a:r>
              <a:rPr sz="2800" b="1" spc="-65" dirty="0">
                <a:latin typeface="Trebuchet MS"/>
                <a:cs typeface="Trebuchet MS"/>
              </a:rPr>
              <a:t>Taint</a:t>
            </a:r>
            <a:r>
              <a:rPr sz="2800" b="1" spc="-5" dirty="0">
                <a:latin typeface="Trebuchet MS"/>
                <a:cs typeface="Trebuchet MS"/>
              </a:rPr>
              <a:t> Propagation</a:t>
            </a:r>
            <a:endParaRPr sz="28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340"/>
              </a:spcBef>
              <a:buChar char="▪"/>
              <a:tabLst>
                <a:tab pos="698500" algn="l"/>
              </a:tabLst>
            </a:pPr>
            <a:r>
              <a:rPr sz="2800" spc="-65" dirty="0">
                <a:latin typeface="Trebuchet MS"/>
                <a:cs typeface="Trebuchet MS"/>
              </a:rPr>
              <a:t>Track </a:t>
            </a:r>
            <a:r>
              <a:rPr sz="2800" dirty="0">
                <a:latin typeface="Trebuchet MS"/>
                <a:cs typeface="Trebuchet MS"/>
              </a:rPr>
              <a:t>the </a:t>
            </a:r>
            <a:r>
              <a:rPr sz="2800" spc="-5" dirty="0">
                <a:latin typeface="Trebuchet MS"/>
                <a:cs typeface="Trebuchet MS"/>
              </a:rPr>
              <a:t>information leakage</a:t>
            </a:r>
            <a:r>
              <a:rPr sz="2800" spc="6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flow.</a:t>
            </a:r>
            <a:endParaRPr sz="2800">
              <a:latin typeface="Trebuchet MS"/>
              <a:cs typeface="Trebuchet MS"/>
            </a:endParaRPr>
          </a:p>
          <a:p>
            <a:pPr marL="386080" indent="-374015">
              <a:lnSpc>
                <a:spcPct val="100000"/>
              </a:lnSpc>
              <a:spcBef>
                <a:spcPts val="840"/>
              </a:spcBef>
              <a:buFont typeface="MS UI Gothic"/>
              <a:buChar char="❑"/>
              <a:tabLst>
                <a:tab pos="386715" algn="l"/>
              </a:tabLst>
            </a:pPr>
            <a:r>
              <a:rPr sz="2800" b="1" spc="-5" dirty="0">
                <a:latin typeface="Trebuchet MS"/>
                <a:cs typeface="Trebuchet MS"/>
              </a:rPr>
              <a:t>In-memory Concolic</a:t>
            </a:r>
            <a:r>
              <a:rPr sz="2800" b="1" spc="-10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Execution</a:t>
            </a:r>
            <a:endParaRPr sz="28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340"/>
              </a:spcBef>
              <a:buChar char="▪"/>
              <a:tabLst>
                <a:tab pos="698500" algn="l"/>
              </a:tabLst>
            </a:pPr>
            <a:r>
              <a:rPr sz="2800" spc="-5" dirty="0">
                <a:latin typeface="Trebuchet MS"/>
                <a:cs typeface="Trebuchet MS"/>
              </a:rPr>
              <a:t>Explore more execution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paths.</a:t>
            </a:r>
            <a:endParaRPr sz="2800">
              <a:latin typeface="Trebuchet MS"/>
              <a:cs typeface="Trebuchet MS"/>
            </a:endParaRPr>
          </a:p>
          <a:p>
            <a:pPr marL="386080" indent="-374015">
              <a:lnSpc>
                <a:spcPct val="100000"/>
              </a:lnSpc>
              <a:spcBef>
                <a:spcPts val="840"/>
              </a:spcBef>
              <a:buFont typeface="MS UI Gothic"/>
              <a:buChar char="❑"/>
              <a:tabLst>
                <a:tab pos="386715" algn="l"/>
              </a:tabLst>
            </a:pPr>
            <a:r>
              <a:rPr sz="2800" b="1" spc="-5" dirty="0">
                <a:latin typeface="Trebuchet MS"/>
                <a:cs typeface="Trebuchet MS"/>
              </a:rPr>
              <a:t>Direct</a:t>
            </a:r>
            <a:r>
              <a:rPr sz="2800" b="1" spc="-10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Execution</a:t>
            </a:r>
            <a:endParaRPr sz="28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340"/>
              </a:spcBef>
              <a:buChar char="▪"/>
              <a:tabLst>
                <a:tab pos="698500" algn="l"/>
              </a:tabLst>
            </a:pPr>
            <a:r>
              <a:rPr sz="2800" spc="-5" dirty="0">
                <a:latin typeface="Trebuchet MS"/>
                <a:cs typeface="Trebuchet MS"/>
              </a:rPr>
              <a:t>Explore execution path, of which </a:t>
            </a:r>
            <a:r>
              <a:rPr sz="2800" dirty="0">
                <a:latin typeface="Trebuchet MS"/>
                <a:cs typeface="Trebuchet MS"/>
              </a:rPr>
              <a:t>no </a:t>
            </a:r>
            <a:r>
              <a:rPr sz="2800" spc="-5" dirty="0">
                <a:latin typeface="Trebuchet MS"/>
                <a:cs typeface="Trebuchet MS"/>
              </a:rPr>
              <a:t>input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9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generated.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05900" y="1092200"/>
            <a:ext cx="1460500" cy="1460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9EDFB2-2DAE-48E8-9FDE-086854BFD059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07495BF-F2F8-4DD1-A41C-264CFD38DF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11</a:t>
            </a:fld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300" y="685800"/>
            <a:ext cx="40620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Path</a:t>
            </a:r>
            <a:r>
              <a:rPr sz="4000" b="1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Exploration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62422" y="181881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3"/>
                </a:lnTo>
                <a:lnTo>
                  <a:pt x="0" y="275629"/>
                </a:lnTo>
                <a:lnTo>
                  <a:pt x="7371" y="318557"/>
                </a:lnTo>
                <a:lnTo>
                  <a:pt x="22115" y="359957"/>
                </a:lnTo>
                <a:lnTo>
                  <a:pt x="44230" y="398813"/>
                </a:lnTo>
                <a:lnTo>
                  <a:pt x="73717" y="434106"/>
                </a:lnTo>
                <a:lnTo>
                  <a:pt x="109010" y="463593"/>
                </a:lnTo>
                <a:lnTo>
                  <a:pt x="147866" y="485708"/>
                </a:lnTo>
                <a:lnTo>
                  <a:pt x="189266" y="500452"/>
                </a:lnTo>
                <a:lnTo>
                  <a:pt x="232193" y="507823"/>
                </a:lnTo>
                <a:lnTo>
                  <a:pt x="275629" y="507823"/>
                </a:lnTo>
                <a:lnTo>
                  <a:pt x="318556" y="500452"/>
                </a:lnTo>
                <a:lnTo>
                  <a:pt x="359956" y="485708"/>
                </a:lnTo>
                <a:lnTo>
                  <a:pt x="398812" y="463593"/>
                </a:lnTo>
                <a:lnTo>
                  <a:pt x="434105" y="434106"/>
                </a:lnTo>
                <a:lnTo>
                  <a:pt x="463592" y="398813"/>
                </a:lnTo>
                <a:lnTo>
                  <a:pt x="485707" y="359957"/>
                </a:lnTo>
                <a:lnTo>
                  <a:pt x="500450" y="318557"/>
                </a:lnTo>
                <a:lnTo>
                  <a:pt x="507822" y="275629"/>
                </a:lnTo>
                <a:lnTo>
                  <a:pt x="507822" y="232193"/>
                </a:lnTo>
                <a:lnTo>
                  <a:pt x="500450" y="189266"/>
                </a:lnTo>
                <a:lnTo>
                  <a:pt x="485707" y="147866"/>
                </a:lnTo>
                <a:lnTo>
                  <a:pt x="463592" y="109010"/>
                </a:lnTo>
                <a:lnTo>
                  <a:pt x="434105" y="73717"/>
                </a:lnTo>
                <a:lnTo>
                  <a:pt x="398812" y="44230"/>
                </a:lnTo>
                <a:lnTo>
                  <a:pt x="359956" y="22115"/>
                </a:lnTo>
                <a:lnTo>
                  <a:pt x="318556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862422" y="181881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24800" y="1943100"/>
            <a:ext cx="3810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Trebuchet MS"/>
                <a:cs typeface="Trebuchet MS"/>
              </a:rPr>
              <a:t>CMD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39935" y="280069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3"/>
                </a:lnTo>
                <a:lnTo>
                  <a:pt x="0" y="275629"/>
                </a:lnTo>
                <a:lnTo>
                  <a:pt x="7371" y="318557"/>
                </a:lnTo>
                <a:lnTo>
                  <a:pt x="22115" y="359957"/>
                </a:lnTo>
                <a:lnTo>
                  <a:pt x="44230" y="398813"/>
                </a:lnTo>
                <a:lnTo>
                  <a:pt x="73717" y="434106"/>
                </a:lnTo>
                <a:lnTo>
                  <a:pt x="109010" y="463593"/>
                </a:lnTo>
                <a:lnTo>
                  <a:pt x="147866" y="485708"/>
                </a:lnTo>
                <a:lnTo>
                  <a:pt x="189266" y="500452"/>
                </a:lnTo>
                <a:lnTo>
                  <a:pt x="232193" y="507823"/>
                </a:lnTo>
                <a:lnTo>
                  <a:pt x="275629" y="507823"/>
                </a:lnTo>
                <a:lnTo>
                  <a:pt x="318556" y="500452"/>
                </a:lnTo>
                <a:lnTo>
                  <a:pt x="359956" y="485708"/>
                </a:lnTo>
                <a:lnTo>
                  <a:pt x="398812" y="463593"/>
                </a:lnTo>
                <a:lnTo>
                  <a:pt x="434105" y="434106"/>
                </a:lnTo>
                <a:lnTo>
                  <a:pt x="463592" y="398813"/>
                </a:lnTo>
                <a:lnTo>
                  <a:pt x="485707" y="359957"/>
                </a:lnTo>
                <a:lnTo>
                  <a:pt x="500450" y="318557"/>
                </a:lnTo>
                <a:lnTo>
                  <a:pt x="507822" y="275629"/>
                </a:lnTo>
                <a:lnTo>
                  <a:pt x="507822" y="232193"/>
                </a:lnTo>
                <a:lnTo>
                  <a:pt x="500450" y="189266"/>
                </a:lnTo>
                <a:lnTo>
                  <a:pt x="485707" y="147866"/>
                </a:lnTo>
                <a:lnTo>
                  <a:pt x="463592" y="109010"/>
                </a:lnTo>
                <a:lnTo>
                  <a:pt x="434105" y="73717"/>
                </a:lnTo>
                <a:lnTo>
                  <a:pt x="398812" y="44230"/>
                </a:lnTo>
                <a:lnTo>
                  <a:pt x="359956" y="22115"/>
                </a:lnTo>
                <a:lnTo>
                  <a:pt x="318556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39935" y="280069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02500" y="2895600"/>
            <a:ext cx="4876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rebuchet MS"/>
                <a:cs typeface="Trebuchet MS"/>
              </a:rPr>
              <a:t>cq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icrosoft JhengHei UI"/>
                <a:cs typeface="Microsoft JhengHei UI"/>
              </a:rPr>
              <a:t>？</a:t>
            </a:r>
            <a:endParaRPr sz="1400">
              <a:latin typeface="Microsoft JhengHei UI"/>
              <a:cs typeface="Microsoft JhengHei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37692" y="378256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3"/>
                </a:lnTo>
                <a:lnTo>
                  <a:pt x="0" y="275629"/>
                </a:lnTo>
                <a:lnTo>
                  <a:pt x="7371" y="318557"/>
                </a:lnTo>
                <a:lnTo>
                  <a:pt x="22115" y="359957"/>
                </a:lnTo>
                <a:lnTo>
                  <a:pt x="44230" y="398813"/>
                </a:lnTo>
                <a:lnTo>
                  <a:pt x="73717" y="434106"/>
                </a:lnTo>
                <a:lnTo>
                  <a:pt x="109010" y="463593"/>
                </a:lnTo>
                <a:lnTo>
                  <a:pt x="147866" y="485708"/>
                </a:lnTo>
                <a:lnTo>
                  <a:pt x="189266" y="500452"/>
                </a:lnTo>
                <a:lnTo>
                  <a:pt x="232193" y="507823"/>
                </a:lnTo>
                <a:lnTo>
                  <a:pt x="275629" y="507823"/>
                </a:lnTo>
                <a:lnTo>
                  <a:pt x="318556" y="500452"/>
                </a:lnTo>
                <a:lnTo>
                  <a:pt x="359956" y="485708"/>
                </a:lnTo>
                <a:lnTo>
                  <a:pt x="398812" y="463593"/>
                </a:lnTo>
                <a:lnTo>
                  <a:pt x="434105" y="434106"/>
                </a:lnTo>
                <a:lnTo>
                  <a:pt x="463592" y="398813"/>
                </a:lnTo>
                <a:lnTo>
                  <a:pt x="485707" y="359957"/>
                </a:lnTo>
                <a:lnTo>
                  <a:pt x="500450" y="318557"/>
                </a:lnTo>
                <a:lnTo>
                  <a:pt x="507822" y="275629"/>
                </a:lnTo>
                <a:lnTo>
                  <a:pt x="507822" y="232193"/>
                </a:lnTo>
                <a:lnTo>
                  <a:pt x="500450" y="189266"/>
                </a:lnTo>
                <a:lnTo>
                  <a:pt x="485707" y="147866"/>
                </a:lnTo>
                <a:lnTo>
                  <a:pt x="463592" y="109010"/>
                </a:lnTo>
                <a:lnTo>
                  <a:pt x="434105" y="73717"/>
                </a:lnTo>
                <a:lnTo>
                  <a:pt x="398812" y="44230"/>
                </a:lnTo>
                <a:lnTo>
                  <a:pt x="359956" y="22115"/>
                </a:lnTo>
                <a:lnTo>
                  <a:pt x="318556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37692" y="378256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92900" y="3924300"/>
            <a:ext cx="458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rebuchet MS"/>
                <a:cs typeface="Trebuchet MS"/>
              </a:rPr>
              <a:t>qf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icrosoft JhengHei UI"/>
                <a:cs typeface="Microsoft JhengHei UI"/>
              </a:rPr>
              <a:t>？</a:t>
            </a:r>
            <a:endParaRPr sz="1400">
              <a:latin typeface="Microsoft JhengHei UI"/>
              <a:cs typeface="Microsoft JhengHei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35449" y="476444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3"/>
                </a:lnTo>
                <a:lnTo>
                  <a:pt x="0" y="275629"/>
                </a:lnTo>
                <a:lnTo>
                  <a:pt x="7371" y="318556"/>
                </a:lnTo>
                <a:lnTo>
                  <a:pt x="22115" y="359956"/>
                </a:lnTo>
                <a:lnTo>
                  <a:pt x="44230" y="398812"/>
                </a:lnTo>
                <a:lnTo>
                  <a:pt x="73717" y="434105"/>
                </a:lnTo>
                <a:lnTo>
                  <a:pt x="109010" y="463592"/>
                </a:lnTo>
                <a:lnTo>
                  <a:pt x="147866" y="485707"/>
                </a:lnTo>
                <a:lnTo>
                  <a:pt x="189266" y="500450"/>
                </a:lnTo>
                <a:lnTo>
                  <a:pt x="232193" y="507822"/>
                </a:lnTo>
                <a:lnTo>
                  <a:pt x="275629" y="507822"/>
                </a:lnTo>
                <a:lnTo>
                  <a:pt x="318556" y="500450"/>
                </a:lnTo>
                <a:lnTo>
                  <a:pt x="359956" y="485707"/>
                </a:lnTo>
                <a:lnTo>
                  <a:pt x="398812" y="463592"/>
                </a:lnTo>
                <a:lnTo>
                  <a:pt x="434105" y="434105"/>
                </a:lnTo>
                <a:lnTo>
                  <a:pt x="463592" y="398812"/>
                </a:lnTo>
                <a:lnTo>
                  <a:pt x="485707" y="359956"/>
                </a:lnTo>
                <a:lnTo>
                  <a:pt x="500450" y="318556"/>
                </a:lnTo>
                <a:lnTo>
                  <a:pt x="507822" y="275629"/>
                </a:lnTo>
                <a:lnTo>
                  <a:pt x="507822" y="232193"/>
                </a:lnTo>
                <a:lnTo>
                  <a:pt x="500450" y="189266"/>
                </a:lnTo>
                <a:lnTo>
                  <a:pt x="485707" y="147866"/>
                </a:lnTo>
                <a:lnTo>
                  <a:pt x="463592" y="109010"/>
                </a:lnTo>
                <a:lnTo>
                  <a:pt x="434105" y="73717"/>
                </a:lnTo>
                <a:lnTo>
                  <a:pt x="398812" y="44230"/>
                </a:lnTo>
                <a:lnTo>
                  <a:pt x="359956" y="22115"/>
                </a:lnTo>
                <a:lnTo>
                  <a:pt x="318556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35449" y="476444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08700" y="4927600"/>
            <a:ext cx="42608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Trebuchet MS"/>
                <a:cs typeface="Trebuchet MS"/>
              </a:rPr>
              <a:t>df</a:t>
            </a:r>
            <a:r>
              <a:rPr sz="14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icrosoft JhengHei UI"/>
                <a:cs typeface="Microsoft JhengHei UI"/>
              </a:rPr>
              <a:t>？</a:t>
            </a:r>
            <a:endParaRPr sz="1400">
              <a:latin typeface="Microsoft JhengHei UI"/>
              <a:cs typeface="Microsoft JhengHei U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82384" y="2293562"/>
            <a:ext cx="318770" cy="485140"/>
          </a:xfrm>
          <a:custGeom>
            <a:avLst/>
            <a:gdLst/>
            <a:ahLst/>
            <a:cxnLst/>
            <a:rect l="l" t="t" r="r" b="b"/>
            <a:pathLst>
              <a:path w="318770" h="485139">
                <a:moveTo>
                  <a:pt x="318282" y="0"/>
                </a:moveTo>
                <a:lnTo>
                  <a:pt x="5227" y="476840"/>
                </a:lnTo>
                <a:lnTo>
                  <a:pt x="0" y="484802"/>
                </a:lnTo>
              </a:path>
            </a:pathLst>
          </a:custGeom>
          <a:ln w="190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41098" y="2762424"/>
            <a:ext cx="69215" cy="79375"/>
          </a:xfrm>
          <a:custGeom>
            <a:avLst/>
            <a:gdLst/>
            <a:ahLst/>
            <a:cxnLst/>
            <a:rect l="l" t="t" r="r" b="b"/>
            <a:pathLst>
              <a:path w="69215" h="79375">
                <a:moveTo>
                  <a:pt x="9288" y="0"/>
                </a:moveTo>
                <a:lnTo>
                  <a:pt x="0" y="78826"/>
                </a:lnTo>
                <a:lnTo>
                  <a:pt x="68635" y="38962"/>
                </a:lnTo>
                <a:lnTo>
                  <a:pt x="9288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53579" y="3286334"/>
            <a:ext cx="318770" cy="485140"/>
          </a:xfrm>
          <a:custGeom>
            <a:avLst/>
            <a:gdLst/>
            <a:ahLst/>
            <a:cxnLst/>
            <a:rect l="l" t="t" r="r" b="b"/>
            <a:pathLst>
              <a:path w="318770" h="485139">
                <a:moveTo>
                  <a:pt x="318282" y="0"/>
                </a:moveTo>
                <a:lnTo>
                  <a:pt x="5227" y="476840"/>
                </a:lnTo>
                <a:lnTo>
                  <a:pt x="0" y="484802"/>
                </a:lnTo>
              </a:path>
            </a:pathLst>
          </a:custGeom>
          <a:ln w="190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12294" y="3755195"/>
            <a:ext cx="69215" cy="79375"/>
          </a:xfrm>
          <a:custGeom>
            <a:avLst/>
            <a:gdLst/>
            <a:ahLst/>
            <a:cxnLst/>
            <a:rect l="l" t="t" r="r" b="b"/>
            <a:pathLst>
              <a:path w="69215" h="79375">
                <a:moveTo>
                  <a:pt x="9288" y="0"/>
                </a:moveTo>
                <a:lnTo>
                  <a:pt x="0" y="78827"/>
                </a:lnTo>
                <a:lnTo>
                  <a:pt x="68634" y="38962"/>
                </a:lnTo>
                <a:lnTo>
                  <a:pt x="9288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38018" y="4264337"/>
            <a:ext cx="318770" cy="485140"/>
          </a:xfrm>
          <a:custGeom>
            <a:avLst/>
            <a:gdLst/>
            <a:ahLst/>
            <a:cxnLst/>
            <a:rect l="l" t="t" r="r" b="b"/>
            <a:pathLst>
              <a:path w="318770" h="485139">
                <a:moveTo>
                  <a:pt x="318282" y="0"/>
                </a:moveTo>
                <a:lnTo>
                  <a:pt x="5227" y="476840"/>
                </a:lnTo>
                <a:lnTo>
                  <a:pt x="0" y="484802"/>
                </a:lnTo>
              </a:path>
            </a:pathLst>
          </a:custGeom>
          <a:ln w="190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96733" y="4733198"/>
            <a:ext cx="69215" cy="79375"/>
          </a:xfrm>
          <a:custGeom>
            <a:avLst/>
            <a:gdLst/>
            <a:ahLst/>
            <a:cxnLst/>
            <a:rect l="l" t="t" r="r" b="b"/>
            <a:pathLst>
              <a:path w="69214" h="79375">
                <a:moveTo>
                  <a:pt x="9288" y="0"/>
                </a:moveTo>
                <a:lnTo>
                  <a:pt x="0" y="78827"/>
                </a:lnTo>
                <a:lnTo>
                  <a:pt x="68634" y="38962"/>
                </a:lnTo>
                <a:lnTo>
                  <a:pt x="9288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18971" y="5232362"/>
            <a:ext cx="318770" cy="485140"/>
          </a:xfrm>
          <a:custGeom>
            <a:avLst/>
            <a:gdLst/>
            <a:ahLst/>
            <a:cxnLst/>
            <a:rect l="l" t="t" r="r" b="b"/>
            <a:pathLst>
              <a:path w="318770" h="485139">
                <a:moveTo>
                  <a:pt x="318282" y="0"/>
                </a:moveTo>
                <a:lnTo>
                  <a:pt x="5227" y="476840"/>
                </a:lnTo>
                <a:lnTo>
                  <a:pt x="0" y="484802"/>
                </a:lnTo>
              </a:path>
            </a:pathLst>
          </a:custGeom>
          <a:ln w="190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777687" y="5701222"/>
            <a:ext cx="69215" cy="79375"/>
          </a:xfrm>
          <a:custGeom>
            <a:avLst/>
            <a:gdLst/>
            <a:ahLst/>
            <a:cxnLst/>
            <a:rect l="l" t="t" r="r" b="b"/>
            <a:pathLst>
              <a:path w="69214" h="79375">
                <a:moveTo>
                  <a:pt x="9288" y="0"/>
                </a:moveTo>
                <a:lnTo>
                  <a:pt x="0" y="78827"/>
                </a:lnTo>
                <a:lnTo>
                  <a:pt x="68634" y="38961"/>
                </a:lnTo>
                <a:lnTo>
                  <a:pt x="9288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707834" y="5297766"/>
            <a:ext cx="318770" cy="485140"/>
          </a:xfrm>
          <a:custGeom>
            <a:avLst/>
            <a:gdLst/>
            <a:ahLst/>
            <a:cxnLst/>
            <a:rect l="l" t="t" r="r" b="b"/>
            <a:pathLst>
              <a:path w="318770" h="485139">
                <a:moveTo>
                  <a:pt x="318282" y="0"/>
                </a:moveTo>
                <a:lnTo>
                  <a:pt x="5227" y="476840"/>
                </a:lnTo>
                <a:lnTo>
                  <a:pt x="0" y="484802"/>
                </a:lnTo>
              </a:path>
            </a:pathLst>
          </a:custGeom>
          <a:ln w="190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66548" y="5766627"/>
            <a:ext cx="69215" cy="79375"/>
          </a:xfrm>
          <a:custGeom>
            <a:avLst/>
            <a:gdLst/>
            <a:ahLst/>
            <a:cxnLst/>
            <a:rect l="l" t="t" r="r" b="b"/>
            <a:pathLst>
              <a:path w="69215" h="79375">
                <a:moveTo>
                  <a:pt x="9288" y="0"/>
                </a:moveTo>
                <a:lnTo>
                  <a:pt x="0" y="78827"/>
                </a:lnTo>
                <a:lnTo>
                  <a:pt x="68635" y="38961"/>
                </a:lnTo>
                <a:lnTo>
                  <a:pt x="9288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524807" y="384690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3"/>
                </a:lnTo>
                <a:lnTo>
                  <a:pt x="0" y="275629"/>
                </a:lnTo>
                <a:lnTo>
                  <a:pt x="7371" y="318556"/>
                </a:lnTo>
                <a:lnTo>
                  <a:pt x="22115" y="359956"/>
                </a:lnTo>
                <a:lnTo>
                  <a:pt x="44230" y="398812"/>
                </a:lnTo>
                <a:lnTo>
                  <a:pt x="73717" y="434105"/>
                </a:lnTo>
                <a:lnTo>
                  <a:pt x="109010" y="463592"/>
                </a:lnTo>
                <a:lnTo>
                  <a:pt x="147866" y="485707"/>
                </a:lnTo>
                <a:lnTo>
                  <a:pt x="189266" y="500450"/>
                </a:lnTo>
                <a:lnTo>
                  <a:pt x="232193" y="507822"/>
                </a:lnTo>
                <a:lnTo>
                  <a:pt x="275629" y="507822"/>
                </a:lnTo>
                <a:lnTo>
                  <a:pt x="318557" y="500450"/>
                </a:lnTo>
                <a:lnTo>
                  <a:pt x="359957" y="485707"/>
                </a:lnTo>
                <a:lnTo>
                  <a:pt x="398813" y="463592"/>
                </a:lnTo>
                <a:lnTo>
                  <a:pt x="434106" y="434105"/>
                </a:lnTo>
                <a:lnTo>
                  <a:pt x="463593" y="398812"/>
                </a:lnTo>
                <a:lnTo>
                  <a:pt x="485708" y="359956"/>
                </a:lnTo>
                <a:lnTo>
                  <a:pt x="500452" y="318556"/>
                </a:lnTo>
                <a:lnTo>
                  <a:pt x="507823" y="275629"/>
                </a:lnTo>
                <a:lnTo>
                  <a:pt x="507823" y="232193"/>
                </a:lnTo>
                <a:lnTo>
                  <a:pt x="500452" y="189266"/>
                </a:lnTo>
                <a:lnTo>
                  <a:pt x="485708" y="147866"/>
                </a:lnTo>
                <a:lnTo>
                  <a:pt x="463593" y="109010"/>
                </a:lnTo>
                <a:lnTo>
                  <a:pt x="434106" y="73717"/>
                </a:lnTo>
                <a:lnTo>
                  <a:pt x="398813" y="44230"/>
                </a:lnTo>
                <a:lnTo>
                  <a:pt x="359957" y="22115"/>
                </a:lnTo>
                <a:lnTo>
                  <a:pt x="318557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524807" y="384690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677400" y="3949700"/>
            <a:ext cx="2197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rebuchet MS"/>
                <a:cs typeface="Trebuchet MS"/>
              </a:rPr>
              <a:t>qf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940696" y="3350667"/>
            <a:ext cx="318770" cy="485140"/>
          </a:xfrm>
          <a:custGeom>
            <a:avLst/>
            <a:gdLst/>
            <a:ahLst/>
            <a:cxnLst/>
            <a:rect l="l" t="t" r="r" b="b"/>
            <a:pathLst>
              <a:path w="318770" h="485139">
                <a:moveTo>
                  <a:pt x="318282" y="0"/>
                </a:moveTo>
                <a:lnTo>
                  <a:pt x="5227" y="476839"/>
                </a:lnTo>
                <a:lnTo>
                  <a:pt x="0" y="484801"/>
                </a:lnTo>
              </a:path>
            </a:pathLst>
          </a:custGeom>
          <a:ln w="19049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899411" y="3819527"/>
            <a:ext cx="69215" cy="79375"/>
          </a:xfrm>
          <a:custGeom>
            <a:avLst/>
            <a:gdLst/>
            <a:ahLst/>
            <a:cxnLst/>
            <a:rect l="l" t="t" r="r" b="b"/>
            <a:pathLst>
              <a:path w="69215" h="79375">
                <a:moveTo>
                  <a:pt x="9288" y="0"/>
                </a:moveTo>
                <a:lnTo>
                  <a:pt x="0" y="78826"/>
                </a:lnTo>
                <a:lnTo>
                  <a:pt x="68634" y="38961"/>
                </a:lnTo>
                <a:lnTo>
                  <a:pt x="9288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629747" y="543440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4"/>
                </a:lnTo>
                <a:lnTo>
                  <a:pt x="0" y="275629"/>
                </a:lnTo>
                <a:lnTo>
                  <a:pt x="7371" y="318556"/>
                </a:lnTo>
                <a:lnTo>
                  <a:pt x="22115" y="359957"/>
                </a:lnTo>
                <a:lnTo>
                  <a:pt x="44230" y="398812"/>
                </a:lnTo>
                <a:lnTo>
                  <a:pt x="73717" y="434106"/>
                </a:lnTo>
                <a:lnTo>
                  <a:pt x="109010" y="463593"/>
                </a:lnTo>
                <a:lnTo>
                  <a:pt x="147866" y="485708"/>
                </a:lnTo>
                <a:lnTo>
                  <a:pt x="189266" y="500451"/>
                </a:lnTo>
                <a:lnTo>
                  <a:pt x="232193" y="507823"/>
                </a:lnTo>
                <a:lnTo>
                  <a:pt x="275629" y="507823"/>
                </a:lnTo>
                <a:lnTo>
                  <a:pt x="318556" y="500451"/>
                </a:lnTo>
                <a:lnTo>
                  <a:pt x="359956" y="485708"/>
                </a:lnTo>
                <a:lnTo>
                  <a:pt x="398812" y="463593"/>
                </a:lnTo>
                <a:lnTo>
                  <a:pt x="434105" y="434106"/>
                </a:lnTo>
                <a:lnTo>
                  <a:pt x="463592" y="398812"/>
                </a:lnTo>
                <a:lnTo>
                  <a:pt x="485707" y="359957"/>
                </a:lnTo>
                <a:lnTo>
                  <a:pt x="500450" y="318556"/>
                </a:lnTo>
                <a:lnTo>
                  <a:pt x="507822" y="275629"/>
                </a:lnTo>
                <a:lnTo>
                  <a:pt x="507822" y="232194"/>
                </a:lnTo>
                <a:lnTo>
                  <a:pt x="500450" y="189266"/>
                </a:lnTo>
                <a:lnTo>
                  <a:pt x="485707" y="147866"/>
                </a:lnTo>
                <a:lnTo>
                  <a:pt x="463592" y="109010"/>
                </a:lnTo>
                <a:lnTo>
                  <a:pt x="434105" y="73717"/>
                </a:lnTo>
                <a:lnTo>
                  <a:pt x="398812" y="44230"/>
                </a:lnTo>
                <a:lnTo>
                  <a:pt x="359956" y="22115"/>
                </a:lnTo>
                <a:lnTo>
                  <a:pt x="318556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629747" y="543440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172942" y="45710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3"/>
                </a:lnTo>
                <a:lnTo>
                  <a:pt x="0" y="275629"/>
                </a:lnTo>
                <a:lnTo>
                  <a:pt x="7371" y="318557"/>
                </a:lnTo>
                <a:lnTo>
                  <a:pt x="22115" y="359957"/>
                </a:lnTo>
                <a:lnTo>
                  <a:pt x="44230" y="398813"/>
                </a:lnTo>
                <a:lnTo>
                  <a:pt x="73717" y="434106"/>
                </a:lnTo>
                <a:lnTo>
                  <a:pt x="109010" y="463593"/>
                </a:lnTo>
                <a:lnTo>
                  <a:pt x="147866" y="485708"/>
                </a:lnTo>
                <a:lnTo>
                  <a:pt x="189266" y="500452"/>
                </a:lnTo>
                <a:lnTo>
                  <a:pt x="232193" y="507823"/>
                </a:lnTo>
                <a:lnTo>
                  <a:pt x="275629" y="507823"/>
                </a:lnTo>
                <a:lnTo>
                  <a:pt x="318556" y="500452"/>
                </a:lnTo>
                <a:lnTo>
                  <a:pt x="359956" y="485708"/>
                </a:lnTo>
                <a:lnTo>
                  <a:pt x="398812" y="463593"/>
                </a:lnTo>
                <a:lnTo>
                  <a:pt x="434105" y="434106"/>
                </a:lnTo>
                <a:lnTo>
                  <a:pt x="463592" y="398813"/>
                </a:lnTo>
                <a:lnTo>
                  <a:pt x="485707" y="359957"/>
                </a:lnTo>
                <a:lnTo>
                  <a:pt x="500450" y="318557"/>
                </a:lnTo>
                <a:lnTo>
                  <a:pt x="507822" y="275629"/>
                </a:lnTo>
                <a:lnTo>
                  <a:pt x="507822" y="232193"/>
                </a:lnTo>
                <a:lnTo>
                  <a:pt x="500450" y="189266"/>
                </a:lnTo>
                <a:lnTo>
                  <a:pt x="485707" y="147866"/>
                </a:lnTo>
                <a:lnTo>
                  <a:pt x="463592" y="109010"/>
                </a:lnTo>
                <a:lnTo>
                  <a:pt x="434105" y="73717"/>
                </a:lnTo>
                <a:lnTo>
                  <a:pt x="398812" y="44230"/>
                </a:lnTo>
                <a:lnTo>
                  <a:pt x="359956" y="22115"/>
                </a:lnTo>
                <a:lnTo>
                  <a:pt x="318556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172941" y="457108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969480" y="4275530"/>
            <a:ext cx="304800" cy="254635"/>
          </a:xfrm>
          <a:custGeom>
            <a:avLst/>
            <a:gdLst/>
            <a:ahLst/>
            <a:cxnLst/>
            <a:rect l="l" t="t" r="r" b="b"/>
            <a:pathLst>
              <a:path w="304800" h="254635">
                <a:moveTo>
                  <a:pt x="0" y="0"/>
                </a:moveTo>
                <a:lnTo>
                  <a:pt x="43806" y="17989"/>
                </a:lnTo>
                <a:lnTo>
                  <a:pt x="86197" y="39981"/>
                </a:lnTo>
                <a:lnTo>
                  <a:pt x="126978" y="65793"/>
                </a:lnTo>
                <a:lnTo>
                  <a:pt x="165954" y="95244"/>
                </a:lnTo>
                <a:lnTo>
                  <a:pt x="202930" y="128150"/>
                </a:lnTo>
                <a:lnTo>
                  <a:pt x="237710" y="164331"/>
                </a:lnTo>
                <a:lnTo>
                  <a:pt x="270101" y="203603"/>
                </a:lnTo>
                <a:lnTo>
                  <a:pt x="299906" y="245785"/>
                </a:lnTo>
                <a:lnTo>
                  <a:pt x="304640" y="254066"/>
                </a:lnTo>
              </a:path>
            </a:pathLst>
          </a:custGeom>
          <a:ln w="19050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245407" y="4515653"/>
            <a:ext cx="66675" cy="79375"/>
          </a:xfrm>
          <a:custGeom>
            <a:avLst/>
            <a:gdLst/>
            <a:ahLst/>
            <a:cxnLst/>
            <a:rect l="l" t="t" r="r" b="b"/>
            <a:pathLst>
              <a:path w="66675" h="79375">
                <a:moveTo>
                  <a:pt x="61630" y="0"/>
                </a:moveTo>
                <a:lnTo>
                  <a:pt x="0" y="35236"/>
                </a:lnTo>
                <a:lnTo>
                  <a:pt x="66051" y="79249"/>
                </a:lnTo>
                <a:lnTo>
                  <a:pt x="61630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603788" y="5025945"/>
            <a:ext cx="205740" cy="339725"/>
          </a:xfrm>
          <a:custGeom>
            <a:avLst/>
            <a:gdLst/>
            <a:ahLst/>
            <a:cxnLst/>
            <a:rect l="l" t="t" r="r" b="b"/>
            <a:pathLst>
              <a:path w="205740" h="339725">
                <a:moveTo>
                  <a:pt x="0" y="0"/>
                </a:moveTo>
                <a:lnTo>
                  <a:pt x="35564" y="31269"/>
                </a:lnTo>
                <a:lnTo>
                  <a:pt x="68488" y="65862"/>
                </a:lnTo>
                <a:lnTo>
                  <a:pt x="98645" y="103544"/>
                </a:lnTo>
                <a:lnTo>
                  <a:pt x="125912" y="144078"/>
                </a:lnTo>
                <a:lnTo>
                  <a:pt x="150162" y="187229"/>
                </a:lnTo>
                <a:lnTo>
                  <a:pt x="171271" y="232760"/>
                </a:lnTo>
                <a:lnTo>
                  <a:pt x="189113" y="280437"/>
                </a:lnTo>
                <a:lnTo>
                  <a:pt x="203563" y="330024"/>
                </a:lnTo>
                <a:lnTo>
                  <a:pt x="205344" y="339395"/>
                </a:lnTo>
              </a:path>
            </a:pathLst>
          </a:custGeom>
          <a:ln w="19050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775052" y="5362872"/>
            <a:ext cx="69850" cy="76835"/>
          </a:xfrm>
          <a:custGeom>
            <a:avLst/>
            <a:gdLst/>
            <a:ahLst/>
            <a:cxnLst/>
            <a:rect l="l" t="t" r="r" b="b"/>
            <a:pathLst>
              <a:path w="69850" h="76835">
                <a:moveTo>
                  <a:pt x="69744" y="0"/>
                </a:moveTo>
                <a:lnTo>
                  <a:pt x="0" y="13254"/>
                </a:lnTo>
                <a:lnTo>
                  <a:pt x="48126" y="76371"/>
                </a:lnTo>
                <a:lnTo>
                  <a:pt x="69744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572500" y="3365500"/>
            <a:ext cx="1375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CMD =</a:t>
            </a:r>
            <a:r>
              <a:rPr sz="2000" b="1" spc="-85" dirty="0">
                <a:latin typeface="Trebuchet MS"/>
                <a:cs typeface="Trebuchet MS"/>
              </a:rPr>
              <a:t> </a:t>
            </a:r>
            <a:r>
              <a:rPr sz="2000" b="1" spc="-5" dirty="0">
                <a:latin typeface="Trebuchet MS"/>
                <a:cs typeface="Trebuchet MS"/>
              </a:rPr>
              <a:t>“qf”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043812" y="1647149"/>
            <a:ext cx="689610" cy="1652905"/>
          </a:xfrm>
          <a:custGeom>
            <a:avLst/>
            <a:gdLst/>
            <a:ahLst/>
            <a:cxnLst/>
            <a:rect l="l" t="t" r="r" b="b"/>
            <a:pathLst>
              <a:path w="689610" h="1652904">
                <a:moveTo>
                  <a:pt x="0" y="1340018"/>
                </a:moveTo>
                <a:lnTo>
                  <a:pt x="0" y="1522683"/>
                </a:lnTo>
                <a:lnTo>
                  <a:pt x="109004" y="1522683"/>
                </a:lnTo>
                <a:lnTo>
                  <a:pt x="212346" y="1652546"/>
                </a:lnTo>
                <a:lnTo>
                  <a:pt x="689419" y="1652546"/>
                </a:lnTo>
                <a:lnTo>
                  <a:pt x="689419" y="0"/>
                </a:lnTo>
                <a:lnTo>
                  <a:pt x="0" y="0"/>
                </a:lnTo>
                <a:lnTo>
                  <a:pt x="0" y="238320"/>
                </a:lnTo>
                <a:lnTo>
                  <a:pt x="295870" y="238320"/>
                </a:lnTo>
                <a:lnTo>
                  <a:pt x="295870" y="1340018"/>
                </a:lnTo>
                <a:lnTo>
                  <a:pt x="0" y="1340018"/>
                </a:lnTo>
                <a:close/>
              </a:path>
            </a:pathLst>
          </a:custGeom>
          <a:ln w="226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00364" y="1885470"/>
            <a:ext cx="1639570" cy="1101725"/>
          </a:xfrm>
          <a:custGeom>
            <a:avLst/>
            <a:gdLst/>
            <a:ahLst/>
            <a:cxnLst/>
            <a:rect l="l" t="t" r="r" b="b"/>
            <a:pathLst>
              <a:path w="1639570" h="1101725">
                <a:moveTo>
                  <a:pt x="1639318" y="0"/>
                </a:moveTo>
                <a:lnTo>
                  <a:pt x="0" y="0"/>
                </a:lnTo>
                <a:lnTo>
                  <a:pt x="0" y="1101697"/>
                </a:lnTo>
                <a:lnTo>
                  <a:pt x="1639318" y="1101697"/>
                </a:lnTo>
                <a:lnTo>
                  <a:pt x="1639318" y="0"/>
                </a:lnTo>
              </a:path>
            </a:pathLst>
          </a:custGeom>
          <a:ln w="227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2775" y="3169833"/>
            <a:ext cx="1835150" cy="348615"/>
          </a:xfrm>
          <a:custGeom>
            <a:avLst/>
            <a:gdLst/>
            <a:ahLst/>
            <a:cxnLst/>
            <a:rect l="l" t="t" r="r" b="b"/>
            <a:pathLst>
              <a:path w="1835150" h="348614">
                <a:moveTo>
                  <a:pt x="1834677" y="348205"/>
                </a:moveTo>
                <a:lnTo>
                  <a:pt x="1560042" y="0"/>
                </a:lnTo>
                <a:lnTo>
                  <a:pt x="276051" y="0"/>
                </a:lnTo>
                <a:lnTo>
                  <a:pt x="0" y="348205"/>
                </a:lnTo>
                <a:lnTo>
                  <a:pt x="1834677" y="348205"/>
                </a:lnTo>
              </a:path>
            </a:pathLst>
          </a:custGeom>
          <a:ln w="228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365718" y="2987168"/>
            <a:ext cx="288925" cy="182880"/>
          </a:xfrm>
          <a:custGeom>
            <a:avLst/>
            <a:gdLst/>
            <a:ahLst/>
            <a:cxnLst/>
            <a:rect l="l" t="t" r="r" b="b"/>
            <a:pathLst>
              <a:path w="288925" h="182880">
                <a:moveTo>
                  <a:pt x="288791" y="0"/>
                </a:moveTo>
                <a:lnTo>
                  <a:pt x="0" y="0"/>
                </a:lnTo>
                <a:lnTo>
                  <a:pt x="0" y="182664"/>
                </a:lnTo>
                <a:lnTo>
                  <a:pt x="288791" y="182664"/>
                </a:lnTo>
                <a:lnTo>
                  <a:pt x="288791" y="0"/>
                </a:lnTo>
              </a:path>
            </a:pathLst>
          </a:custGeom>
          <a:ln w="22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06538" y="1993927"/>
            <a:ext cx="1428750" cy="895350"/>
          </a:xfrm>
          <a:custGeom>
            <a:avLst/>
            <a:gdLst/>
            <a:ahLst/>
            <a:cxnLst/>
            <a:rect l="l" t="t" r="r" b="b"/>
            <a:pathLst>
              <a:path w="1428750" h="895350">
                <a:moveTo>
                  <a:pt x="0" y="0"/>
                </a:moveTo>
                <a:lnTo>
                  <a:pt x="0" y="894772"/>
                </a:lnTo>
                <a:lnTo>
                  <a:pt x="1428386" y="894772"/>
                </a:lnTo>
                <a:lnTo>
                  <a:pt x="142838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06538" y="1993927"/>
            <a:ext cx="1428750" cy="895350"/>
          </a:xfrm>
          <a:custGeom>
            <a:avLst/>
            <a:gdLst/>
            <a:ahLst/>
            <a:cxnLst/>
            <a:rect l="l" t="t" r="r" b="b"/>
            <a:pathLst>
              <a:path w="1428750" h="895350">
                <a:moveTo>
                  <a:pt x="1428386" y="0"/>
                </a:moveTo>
                <a:lnTo>
                  <a:pt x="0" y="0"/>
                </a:lnTo>
                <a:lnTo>
                  <a:pt x="0" y="894772"/>
                </a:lnTo>
                <a:lnTo>
                  <a:pt x="1428386" y="894772"/>
                </a:lnTo>
                <a:lnTo>
                  <a:pt x="1428386" y="0"/>
                </a:lnTo>
                <a:close/>
              </a:path>
            </a:pathLst>
          </a:custGeom>
          <a:ln w="227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43344" y="1774158"/>
            <a:ext cx="1761489" cy="1671320"/>
          </a:xfrm>
          <a:custGeom>
            <a:avLst/>
            <a:gdLst/>
            <a:ahLst/>
            <a:cxnLst/>
            <a:rect l="l" t="t" r="r" b="b"/>
            <a:pathLst>
              <a:path w="1761489" h="1671320">
                <a:moveTo>
                  <a:pt x="1761063" y="0"/>
                </a:moveTo>
                <a:lnTo>
                  <a:pt x="1613835" y="0"/>
                </a:lnTo>
                <a:lnTo>
                  <a:pt x="1613835" y="58510"/>
                </a:lnTo>
                <a:lnTo>
                  <a:pt x="1761063" y="58510"/>
                </a:lnTo>
                <a:lnTo>
                  <a:pt x="1761063" y="0"/>
                </a:lnTo>
                <a:close/>
              </a:path>
              <a:path w="1761489" h="1671320">
                <a:moveTo>
                  <a:pt x="1761063" y="104176"/>
                </a:moveTo>
                <a:lnTo>
                  <a:pt x="1613835" y="104176"/>
                </a:lnTo>
                <a:lnTo>
                  <a:pt x="1613835" y="162687"/>
                </a:lnTo>
                <a:lnTo>
                  <a:pt x="1761063" y="162687"/>
                </a:lnTo>
                <a:lnTo>
                  <a:pt x="1761063" y="104176"/>
                </a:lnTo>
                <a:close/>
              </a:path>
              <a:path w="1761489" h="1671320">
                <a:moveTo>
                  <a:pt x="1252846" y="1536953"/>
                </a:moveTo>
                <a:lnTo>
                  <a:pt x="1170739" y="1536953"/>
                </a:lnTo>
                <a:lnTo>
                  <a:pt x="1216040" y="1588328"/>
                </a:lnTo>
                <a:lnTo>
                  <a:pt x="1303809" y="1588328"/>
                </a:lnTo>
                <a:lnTo>
                  <a:pt x="1252846" y="1536953"/>
                </a:lnTo>
                <a:close/>
              </a:path>
              <a:path w="1761489" h="1671320">
                <a:moveTo>
                  <a:pt x="1051824" y="1445621"/>
                </a:moveTo>
                <a:lnTo>
                  <a:pt x="982458" y="1445621"/>
                </a:lnTo>
                <a:lnTo>
                  <a:pt x="1020679" y="1501277"/>
                </a:lnTo>
                <a:lnTo>
                  <a:pt x="1097125" y="1501277"/>
                </a:lnTo>
                <a:lnTo>
                  <a:pt x="1051824" y="1445621"/>
                </a:lnTo>
                <a:close/>
              </a:path>
              <a:path w="1761489" h="1671320">
                <a:moveTo>
                  <a:pt x="1159413" y="1445621"/>
                </a:moveTo>
                <a:lnTo>
                  <a:pt x="1090047" y="1445621"/>
                </a:lnTo>
                <a:lnTo>
                  <a:pt x="1138179" y="1501277"/>
                </a:lnTo>
                <a:lnTo>
                  <a:pt x="1216040" y="1501277"/>
                </a:lnTo>
                <a:lnTo>
                  <a:pt x="1159413" y="1445621"/>
                </a:lnTo>
                <a:close/>
              </a:path>
              <a:path w="1761489" h="1671320">
                <a:moveTo>
                  <a:pt x="1126854" y="1536953"/>
                </a:moveTo>
                <a:lnTo>
                  <a:pt x="1044746" y="1536953"/>
                </a:lnTo>
                <a:lnTo>
                  <a:pt x="1081553" y="1588328"/>
                </a:lnTo>
                <a:lnTo>
                  <a:pt x="1169323" y="1588328"/>
                </a:lnTo>
                <a:lnTo>
                  <a:pt x="1126854" y="1536953"/>
                </a:lnTo>
                <a:close/>
              </a:path>
              <a:path w="1761489" h="1671320">
                <a:moveTo>
                  <a:pt x="1000861" y="1536953"/>
                </a:moveTo>
                <a:lnTo>
                  <a:pt x="920169" y="1536953"/>
                </a:lnTo>
                <a:lnTo>
                  <a:pt x="945650" y="1588328"/>
                </a:lnTo>
                <a:lnTo>
                  <a:pt x="1033421" y="1588328"/>
                </a:lnTo>
                <a:lnTo>
                  <a:pt x="1000861" y="1536953"/>
                </a:lnTo>
                <a:close/>
              </a:path>
              <a:path w="1761489" h="1671320">
                <a:moveTo>
                  <a:pt x="944236" y="1445621"/>
                </a:moveTo>
                <a:lnTo>
                  <a:pt x="873453" y="1445621"/>
                </a:lnTo>
                <a:lnTo>
                  <a:pt x="901766" y="1502704"/>
                </a:lnTo>
                <a:lnTo>
                  <a:pt x="979627" y="1502704"/>
                </a:lnTo>
                <a:lnTo>
                  <a:pt x="944236" y="1445621"/>
                </a:lnTo>
                <a:close/>
              </a:path>
              <a:path w="1761489" h="1671320">
                <a:moveTo>
                  <a:pt x="876284" y="1536953"/>
                </a:moveTo>
                <a:lnTo>
                  <a:pt x="794176" y="1536953"/>
                </a:lnTo>
                <a:lnTo>
                  <a:pt x="811165" y="1588328"/>
                </a:lnTo>
                <a:lnTo>
                  <a:pt x="898935" y="1588328"/>
                </a:lnTo>
                <a:lnTo>
                  <a:pt x="876284" y="1536953"/>
                </a:lnTo>
                <a:close/>
              </a:path>
              <a:path w="1761489" h="1671320">
                <a:moveTo>
                  <a:pt x="838062" y="1449903"/>
                </a:moveTo>
                <a:lnTo>
                  <a:pt x="767279" y="1449903"/>
                </a:lnTo>
                <a:lnTo>
                  <a:pt x="782852" y="1502704"/>
                </a:lnTo>
                <a:lnTo>
                  <a:pt x="860712" y="1502704"/>
                </a:lnTo>
                <a:lnTo>
                  <a:pt x="838062" y="1449903"/>
                </a:lnTo>
                <a:close/>
              </a:path>
              <a:path w="1761489" h="1671320">
                <a:moveTo>
                  <a:pt x="750291" y="1536953"/>
                </a:moveTo>
                <a:lnTo>
                  <a:pt x="669599" y="1536953"/>
                </a:lnTo>
                <a:lnTo>
                  <a:pt x="675262" y="1588328"/>
                </a:lnTo>
                <a:lnTo>
                  <a:pt x="763032" y="1588328"/>
                </a:lnTo>
                <a:lnTo>
                  <a:pt x="750291" y="1536953"/>
                </a:lnTo>
                <a:close/>
              </a:path>
              <a:path w="1761489" h="1671320">
                <a:moveTo>
                  <a:pt x="730473" y="1454184"/>
                </a:moveTo>
                <a:lnTo>
                  <a:pt x="658275" y="1454184"/>
                </a:lnTo>
                <a:lnTo>
                  <a:pt x="665353" y="1505558"/>
                </a:lnTo>
                <a:lnTo>
                  <a:pt x="743214" y="1505558"/>
                </a:lnTo>
                <a:lnTo>
                  <a:pt x="730473" y="1454184"/>
                </a:lnTo>
                <a:close/>
              </a:path>
              <a:path w="1761489" h="1671320">
                <a:moveTo>
                  <a:pt x="620053" y="1454184"/>
                </a:moveTo>
                <a:lnTo>
                  <a:pt x="549269" y="1454184"/>
                </a:lnTo>
                <a:lnTo>
                  <a:pt x="546439" y="1505558"/>
                </a:lnTo>
                <a:lnTo>
                  <a:pt x="622884" y="1505558"/>
                </a:lnTo>
                <a:lnTo>
                  <a:pt x="620053" y="1454184"/>
                </a:lnTo>
                <a:close/>
              </a:path>
              <a:path w="1761489" h="1671320">
                <a:moveTo>
                  <a:pt x="625715" y="1536953"/>
                </a:moveTo>
                <a:lnTo>
                  <a:pt x="543608" y="1536953"/>
                </a:lnTo>
                <a:lnTo>
                  <a:pt x="540776" y="1588328"/>
                </a:lnTo>
                <a:lnTo>
                  <a:pt x="628547" y="1588328"/>
                </a:lnTo>
                <a:lnTo>
                  <a:pt x="625715" y="1536953"/>
                </a:lnTo>
                <a:close/>
              </a:path>
              <a:path w="1761489" h="1671320">
                <a:moveTo>
                  <a:pt x="511047" y="1454184"/>
                </a:moveTo>
                <a:lnTo>
                  <a:pt x="440265" y="1454184"/>
                </a:lnTo>
                <a:lnTo>
                  <a:pt x="426109" y="1505558"/>
                </a:lnTo>
                <a:lnTo>
                  <a:pt x="503970" y="1505558"/>
                </a:lnTo>
                <a:lnTo>
                  <a:pt x="511047" y="1454184"/>
                </a:lnTo>
                <a:close/>
              </a:path>
              <a:path w="1761489" h="1671320">
                <a:moveTo>
                  <a:pt x="499723" y="1536953"/>
                </a:moveTo>
                <a:lnTo>
                  <a:pt x="419031" y="1536953"/>
                </a:lnTo>
                <a:lnTo>
                  <a:pt x="404874" y="1588328"/>
                </a:lnTo>
                <a:lnTo>
                  <a:pt x="492644" y="1588328"/>
                </a:lnTo>
                <a:lnTo>
                  <a:pt x="499723" y="1536953"/>
                </a:lnTo>
                <a:close/>
              </a:path>
              <a:path w="1761489" h="1671320">
                <a:moveTo>
                  <a:pt x="947066" y="1621151"/>
                </a:moveTo>
                <a:lnTo>
                  <a:pt x="372314" y="1621151"/>
                </a:lnTo>
                <a:lnTo>
                  <a:pt x="356742" y="1671099"/>
                </a:lnTo>
                <a:lnTo>
                  <a:pt x="972548" y="1671099"/>
                </a:lnTo>
                <a:lnTo>
                  <a:pt x="947066" y="1621151"/>
                </a:lnTo>
                <a:close/>
              </a:path>
              <a:path w="1761489" h="1671320">
                <a:moveTo>
                  <a:pt x="400627" y="1454184"/>
                </a:moveTo>
                <a:lnTo>
                  <a:pt x="329845" y="1454184"/>
                </a:lnTo>
                <a:lnTo>
                  <a:pt x="307195" y="1505558"/>
                </a:lnTo>
                <a:lnTo>
                  <a:pt x="385055" y="1505558"/>
                </a:lnTo>
                <a:lnTo>
                  <a:pt x="400627" y="1454184"/>
                </a:lnTo>
                <a:close/>
              </a:path>
              <a:path w="1761489" h="1671320">
                <a:moveTo>
                  <a:pt x="375146" y="1536953"/>
                </a:moveTo>
                <a:lnTo>
                  <a:pt x="293038" y="1536953"/>
                </a:lnTo>
                <a:lnTo>
                  <a:pt x="270388" y="1588328"/>
                </a:lnTo>
                <a:lnTo>
                  <a:pt x="358158" y="1588328"/>
                </a:lnTo>
                <a:lnTo>
                  <a:pt x="375146" y="1536953"/>
                </a:lnTo>
                <a:close/>
              </a:path>
              <a:path w="1761489" h="1671320">
                <a:moveTo>
                  <a:pt x="291622" y="1454184"/>
                </a:moveTo>
                <a:lnTo>
                  <a:pt x="220840" y="1454184"/>
                </a:lnTo>
                <a:lnTo>
                  <a:pt x="188280" y="1505558"/>
                </a:lnTo>
                <a:lnTo>
                  <a:pt x="264725" y="1505558"/>
                </a:lnTo>
                <a:lnTo>
                  <a:pt x="291622" y="1454184"/>
                </a:lnTo>
                <a:close/>
              </a:path>
              <a:path w="1761489" h="1671320">
                <a:moveTo>
                  <a:pt x="249153" y="1536953"/>
                </a:moveTo>
                <a:lnTo>
                  <a:pt x="167046" y="1536953"/>
                </a:lnTo>
                <a:lnTo>
                  <a:pt x="134486" y="1588328"/>
                </a:lnTo>
                <a:lnTo>
                  <a:pt x="222256" y="1588328"/>
                </a:lnTo>
                <a:lnTo>
                  <a:pt x="249153" y="1536953"/>
                </a:lnTo>
                <a:close/>
              </a:path>
              <a:path w="1761489" h="1671320">
                <a:moveTo>
                  <a:pt x="182618" y="1454184"/>
                </a:moveTo>
                <a:lnTo>
                  <a:pt x="110420" y="1454184"/>
                </a:lnTo>
                <a:lnTo>
                  <a:pt x="67950" y="1505558"/>
                </a:lnTo>
                <a:lnTo>
                  <a:pt x="145811" y="1505558"/>
                </a:lnTo>
                <a:lnTo>
                  <a:pt x="182618" y="1454184"/>
                </a:lnTo>
                <a:close/>
              </a:path>
              <a:path w="1761489" h="1671320">
                <a:moveTo>
                  <a:pt x="123161" y="1536953"/>
                </a:moveTo>
                <a:lnTo>
                  <a:pt x="42469" y="1536953"/>
                </a:lnTo>
                <a:lnTo>
                  <a:pt x="0" y="1588328"/>
                </a:lnTo>
                <a:lnTo>
                  <a:pt x="87770" y="1588328"/>
                </a:lnTo>
                <a:lnTo>
                  <a:pt x="123161" y="1536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333500" y="2032000"/>
            <a:ext cx="433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70C0"/>
                </a:solidFill>
                <a:latin typeface="Trebuchet MS"/>
                <a:cs typeface="Trebuchet MS"/>
              </a:rPr>
              <a:t>Z3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12800" y="2324100"/>
            <a:ext cx="1450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70C0"/>
                </a:solidFill>
                <a:latin typeface="Trebuchet MS"/>
                <a:cs typeface="Trebuchet MS"/>
              </a:rPr>
              <a:t>Resolver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563220" y="1653492"/>
            <a:ext cx="976630" cy="1757680"/>
          </a:xfrm>
          <a:custGeom>
            <a:avLst/>
            <a:gdLst/>
            <a:ahLst/>
            <a:cxnLst/>
            <a:rect l="l" t="t" r="r" b="b"/>
            <a:pathLst>
              <a:path w="976629" h="1757679">
                <a:moveTo>
                  <a:pt x="0" y="1647955"/>
                </a:moveTo>
                <a:lnTo>
                  <a:pt x="21532" y="1700107"/>
                </a:lnTo>
                <a:lnTo>
                  <a:pt x="73301" y="1726982"/>
                </a:lnTo>
                <a:lnTo>
                  <a:pt x="113292" y="1731704"/>
                </a:lnTo>
                <a:lnTo>
                  <a:pt x="214559" y="1742090"/>
                </a:lnTo>
                <a:lnTo>
                  <a:pt x="349041" y="1752477"/>
                </a:lnTo>
                <a:lnTo>
                  <a:pt x="488677" y="1757199"/>
                </a:lnTo>
                <a:lnTo>
                  <a:pt x="628313" y="1752477"/>
                </a:lnTo>
                <a:lnTo>
                  <a:pt x="762794" y="1742090"/>
                </a:lnTo>
                <a:lnTo>
                  <a:pt x="864061" y="1731704"/>
                </a:lnTo>
                <a:lnTo>
                  <a:pt x="904053" y="1726982"/>
                </a:lnTo>
                <a:lnTo>
                  <a:pt x="954753" y="1700107"/>
                </a:lnTo>
                <a:lnTo>
                  <a:pt x="976132" y="1647955"/>
                </a:lnTo>
                <a:lnTo>
                  <a:pt x="976132" y="110406"/>
                </a:lnTo>
                <a:lnTo>
                  <a:pt x="954753" y="57672"/>
                </a:lnTo>
                <a:lnTo>
                  <a:pt x="904053" y="30216"/>
                </a:lnTo>
                <a:lnTo>
                  <a:pt x="864577" y="25495"/>
                </a:lnTo>
                <a:lnTo>
                  <a:pt x="764169" y="15108"/>
                </a:lnTo>
                <a:lnTo>
                  <a:pt x="629859" y="4721"/>
                </a:lnTo>
                <a:lnTo>
                  <a:pt x="488677" y="0"/>
                </a:lnTo>
                <a:lnTo>
                  <a:pt x="349041" y="4721"/>
                </a:lnTo>
                <a:lnTo>
                  <a:pt x="214559" y="15108"/>
                </a:lnTo>
                <a:lnTo>
                  <a:pt x="113292" y="25495"/>
                </a:lnTo>
                <a:lnTo>
                  <a:pt x="73301" y="30216"/>
                </a:lnTo>
                <a:lnTo>
                  <a:pt x="21532" y="57672"/>
                </a:lnTo>
                <a:lnTo>
                  <a:pt x="0" y="110406"/>
                </a:lnTo>
                <a:lnTo>
                  <a:pt x="0" y="1647955"/>
                </a:lnTo>
                <a:close/>
              </a:path>
            </a:pathLst>
          </a:custGeom>
          <a:ln w="193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899186" y="3260771"/>
            <a:ext cx="305435" cy="62865"/>
          </a:xfrm>
          <a:custGeom>
            <a:avLst/>
            <a:gdLst/>
            <a:ahLst/>
            <a:cxnLst/>
            <a:rect l="l" t="t" r="r" b="b"/>
            <a:pathLst>
              <a:path w="305435" h="62864">
                <a:moveTo>
                  <a:pt x="32985" y="0"/>
                </a:moveTo>
                <a:lnTo>
                  <a:pt x="20100" y="2451"/>
                </a:lnTo>
                <a:lnTo>
                  <a:pt x="9621" y="9151"/>
                </a:lnTo>
                <a:lnTo>
                  <a:pt x="2577" y="19120"/>
                </a:lnTo>
                <a:lnTo>
                  <a:pt x="0" y="31377"/>
                </a:lnTo>
                <a:lnTo>
                  <a:pt x="2577" y="43635"/>
                </a:lnTo>
                <a:lnTo>
                  <a:pt x="9621" y="53604"/>
                </a:lnTo>
                <a:lnTo>
                  <a:pt x="20100" y="60305"/>
                </a:lnTo>
                <a:lnTo>
                  <a:pt x="32985" y="62757"/>
                </a:lnTo>
                <a:lnTo>
                  <a:pt x="45870" y="60305"/>
                </a:lnTo>
                <a:lnTo>
                  <a:pt x="56350" y="53604"/>
                </a:lnTo>
                <a:lnTo>
                  <a:pt x="63394" y="43635"/>
                </a:lnTo>
                <a:lnTo>
                  <a:pt x="65971" y="31377"/>
                </a:lnTo>
                <a:lnTo>
                  <a:pt x="63394" y="19120"/>
                </a:lnTo>
                <a:lnTo>
                  <a:pt x="56350" y="9151"/>
                </a:lnTo>
                <a:lnTo>
                  <a:pt x="45870" y="2451"/>
                </a:lnTo>
                <a:lnTo>
                  <a:pt x="32985" y="0"/>
                </a:lnTo>
                <a:close/>
              </a:path>
              <a:path w="305435" h="62864">
                <a:moveTo>
                  <a:pt x="152711" y="0"/>
                </a:moveTo>
                <a:lnTo>
                  <a:pt x="139826" y="2451"/>
                </a:lnTo>
                <a:lnTo>
                  <a:pt x="129346" y="9151"/>
                </a:lnTo>
                <a:lnTo>
                  <a:pt x="122302" y="19120"/>
                </a:lnTo>
                <a:lnTo>
                  <a:pt x="119725" y="31377"/>
                </a:lnTo>
                <a:lnTo>
                  <a:pt x="122302" y="43635"/>
                </a:lnTo>
                <a:lnTo>
                  <a:pt x="129346" y="53604"/>
                </a:lnTo>
                <a:lnTo>
                  <a:pt x="139826" y="60305"/>
                </a:lnTo>
                <a:lnTo>
                  <a:pt x="152711" y="62757"/>
                </a:lnTo>
                <a:lnTo>
                  <a:pt x="165596" y="60305"/>
                </a:lnTo>
                <a:lnTo>
                  <a:pt x="176076" y="53604"/>
                </a:lnTo>
                <a:lnTo>
                  <a:pt x="183119" y="43635"/>
                </a:lnTo>
                <a:lnTo>
                  <a:pt x="185696" y="31377"/>
                </a:lnTo>
                <a:lnTo>
                  <a:pt x="183119" y="19120"/>
                </a:lnTo>
                <a:lnTo>
                  <a:pt x="176076" y="9151"/>
                </a:lnTo>
                <a:lnTo>
                  <a:pt x="165596" y="2451"/>
                </a:lnTo>
                <a:lnTo>
                  <a:pt x="152711" y="0"/>
                </a:lnTo>
                <a:close/>
              </a:path>
              <a:path w="305435" h="62864">
                <a:moveTo>
                  <a:pt x="272437" y="0"/>
                </a:moveTo>
                <a:lnTo>
                  <a:pt x="259552" y="2451"/>
                </a:lnTo>
                <a:lnTo>
                  <a:pt x="249072" y="9151"/>
                </a:lnTo>
                <a:lnTo>
                  <a:pt x="242029" y="19120"/>
                </a:lnTo>
                <a:lnTo>
                  <a:pt x="239452" y="31377"/>
                </a:lnTo>
                <a:lnTo>
                  <a:pt x="242029" y="43635"/>
                </a:lnTo>
                <a:lnTo>
                  <a:pt x="249072" y="53604"/>
                </a:lnTo>
                <a:lnTo>
                  <a:pt x="259552" y="60305"/>
                </a:lnTo>
                <a:lnTo>
                  <a:pt x="272437" y="62757"/>
                </a:lnTo>
                <a:lnTo>
                  <a:pt x="285322" y="60305"/>
                </a:lnTo>
                <a:lnTo>
                  <a:pt x="295802" y="53604"/>
                </a:lnTo>
                <a:lnTo>
                  <a:pt x="302846" y="43635"/>
                </a:lnTo>
                <a:lnTo>
                  <a:pt x="305423" y="31377"/>
                </a:lnTo>
                <a:lnTo>
                  <a:pt x="302846" y="19120"/>
                </a:lnTo>
                <a:lnTo>
                  <a:pt x="295802" y="9151"/>
                </a:lnTo>
                <a:lnTo>
                  <a:pt x="285322" y="2451"/>
                </a:lnTo>
                <a:lnTo>
                  <a:pt x="272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929728" y="1797600"/>
            <a:ext cx="244475" cy="0"/>
          </a:xfrm>
          <a:custGeom>
            <a:avLst/>
            <a:gdLst/>
            <a:ahLst/>
            <a:cxnLst/>
            <a:rect l="l" t="t" r="r" b="b"/>
            <a:pathLst>
              <a:path w="244475">
                <a:moveTo>
                  <a:pt x="0" y="0"/>
                </a:moveTo>
                <a:lnTo>
                  <a:pt x="244338" y="0"/>
                </a:lnTo>
              </a:path>
            </a:pathLst>
          </a:custGeom>
          <a:ln w="18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637744" y="1903358"/>
            <a:ext cx="828675" cy="1292860"/>
          </a:xfrm>
          <a:prstGeom prst="rect">
            <a:avLst/>
          </a:prstGeom>
          <a:ln w="19288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750">
              <a:latin typeface="Times New Roman"/>
              <a:cs typeface="Times New Roman"/>
            </a:endParaRPr>
          </a:p>
          <a:p>
            <a:pPr marL="124460">
              <a:lnSpc>
                <a:spcPct val="100000"/>
              </a:lnSpc>
            </a:pPr>
            <a:r>
              <a:rPr sz="2400" b="1" dirty="0">
                <a:solidFill>
                  <a:srgbClr val="0070C0"/>
                </a:solidFill>
                <a:latin typeface="Trebuchet MS"/>
                <a:cs typeface="Trebuchet MS"/>
              </a:rPr>
              <a:t>APP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857553" y="2116397"/>
            <a:ext cx="1534160" cy="0"/>
          </a:xfrm>
          <a:custGeom>
            <a:avLst/>
            <a:gdLst/>
            <a:ahLst/>
            <a:cxnLst/>
            <a:rect l="l" t="t" r="r" b="b"/>
            <a:pathLst>
              <a:path w="1534160">
                <a:moveTo>
                  <a:pt x="1533982" y="0"/>
                </a:moveTo>
                <a:lnTo>
                  <a:pt x="19050" y="0"/>
                </a:lnTo>
                <a:lnTo>
                  <a:pt x="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733178" y="205632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1" y="0"/>
                </a:moveTo>
                <a:lnTo>
                  <a:pt x="0" y="60071"/>
                </a:lnTo>
                <a:lnTo>
                  <a:pt x="120141" y="120141"/>
                </a:lnTo>
                <a:lnTo>
                  <a:pt x="1201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806700" y="1651000"/>
            <a:ext cx="1623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Trebuchet MS"/>
                <a:cs typeface="Trebuchet MS"/>
              </a:rPr>
              <a:t>Constraints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773116" y="3170143"/>
            <a:ext cx="1494155" cy="0"/>
          </a:xfrm>
          <a:custGeom>
            <a:avLst/>
            <a:gdLst/>
            <a:ahLst/>
            <a:cxnLst/>
            <a:rect l="l" t="t" r="r" b="b"/>
            <a:pathLst>
              <a:path w="1494154">
                <a:moveTo>
                  <a:pt x="1494044" y="0"/>
                </a:moveTo>
                <a:lnTo>
                  <a:pt x="1474994" y="0"/>
                </a:lnTo>
                <a:lnTo>
                  <a:pt x="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271393" y="3110072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0"/>
                </a:moveTo>
                <a:lnTo>
                  <a:pt x="0" y="120141"/>
                </a:lnTo>
                <a:lnTo>
                  <a:pt x="120142" y="6007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048000" y="2692400"/>
            <a:ext cx="8997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Trebuchet MS"/>
                <a:cs typeface="Trebuchet MS"/>
              </a:rPr>
              <a:t>In</a:t>
            </a:r>
            <a:r>
              <a:rPr sz="2400" b="1" spc="-5" dirty="0">
                <a:solidFill>
                  <a:srgbClr val="C00000"/>
                </a:solidFill>
                <a:latin typeface="Trebuchet MS"/>
                <a:cs typeface="Trebuchet MS"/>
              </a:rPr>
              <a:t>puts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66700" y="3543300"/>
            <a:ext cx="5844540" cy="62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algn="ctr">
              <a:lnSpc>
                <a:spcPts val="2300"/>
              </a:lnSpc>
              <a:spcBef>
                <a:spcPts val="100"/>
              </a:spcBef>
              <a:tabLst>
                <a:tab pos="3759200" algn="l"/>
              </a:tabLst>
            </a:pPr>
            <a:r>
              <a:rPr sz="2000" b="1" spc="-5" dirty="0">
                <a:latin typeface="Trebuchet MS"/>
                <a:cs typeface="Trebuchet MS"/>
              </a:rPr>
              <a:t>Desktop	</a:t>
            </a:r>
            <a:r>
              <a:rPr sz="3000" b="1" baseline="2777" dirty="0">
                <a:latin typeface="Trebuchet MS"/>
                <a:cs typeface="Trebuchet MS"/>
              </a:rPr>
              <a:t>Phone</a:t>
            </a:r>
            <a:endParaRPr sz="3000" baseline="2777">
              <a:latin typeface="Trebuchet MS"/>
              <a:cs typeface="Trebuchet MS"/>
            </a:endParaRPr>
          </a:p>
          <a:p>
            <a:pPr algn="ctr">
              <a:lnSpc>
                <a:spcPts val="2420"/>
              </a:lnSpc>
            </a:pPr>
            <a:r>
              <a:rPr sz="2100" b="1" spc="-5" dirty="0">
                <a:latin typeface="Trebuchet MS"/>
                <a:cs typeface="Trebuchet MS"/>
              </a:rPr>
              <a:t>Concolic Execution with Offloading</a:t>
            </a:r>
            <a:r>
              <a:rPr sz="2100" b="1" spc="45" dirty="0">
                <a:latin typeface="Trebuchet MS"/>
                <a:cs typeface="Trebuchet MS"/>
              </a:rPr>
              <a:t> </a:t>
            </a:r>
            <a:r>
              <a:rPr sz="2100" b="1" spc="-5" dirty="0">
                <a:latin typeface="Trebuchet MS"/>
                <a:cs typeface="Trebuchet MS"/>
              </a:rPr>
              <a:t>Mechanism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3587885" y="5051897"/>
            <a:ext cx="1939587" cy="13042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587886" y="5051897"/>
            <a:ext cx="1939925" cy="1304290"/>
          </a:xfrm>
          <a:custGeom>
            <a:avLst/>
            <a:gdLst/>
            <a:ahLst/>
            <a:cxnLst/>
            <a:rect l="l" t="t" r="r" b="b"/>
            <a:pathLst>
              <a:path w="1939925" h="1304289">
                <a:moveTo>
                  <a:pt x="0" y="0"/>
                </a:moveTo>
                <a:lnTo>
                  <a:pt x="1939587" y="0"/>
                </a:lnTo>
                <a:lnTo>
                  <a:pt x="1939587" y="1304290"/>
                </a:lnTo>
                <a:lnTo>
                  <a:pt x="0" y="130429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3619500" y="5080000"/>
            <a:ext cx="11658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rebuchet MS"/>
                <a:cs typeface="Trebuchet MS"/>
              </a:rPr>
              <a:t>Const</a:t>
            </a:r>
            <a:r>
              <a:rPr sz="1600" b="1" spc="-55" dirty="0">
                <a:latin typeface="Trebuchet MS"/>
                <a:cs typeface="Trebuchet MS"/>
              </a:rPr>
              <a:t>r</a:t>
            </a:r>
            <a:r>
              <a:rPr sz="1600" b="1" dirty="0">
                <a:latin typeface="Trebuchet MS"/>
                <a:cs typeface="Trebuchet MS"/>
              </a:rPr>
              <a:t>aints:</a:t>
            </a:r>
            <a:endParaRPr sz="1600">
              <a:latin typeface="Trebuchet MS"/>
              <a:cs typeface="Trebuchet MS"/>
            </a:endParaRPr>
          </a:p>
        </p:txBody>
      </p: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3722390" y="5384006"/>
          <a:ext cx="1648460" cy="9721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R="21590" algn="ctr">
                        <a:lnSpc>
                          <a:spcPts val="152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CMD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2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==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52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“cq”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152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?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R="21590" algn="ctr">
                        <a:lnSpc>
                          <a:spcPts val="167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CMD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==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7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“qf”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167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?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31">
                <a:tc>
                  <a:txBody>
                    <a:bodyPr/>
                    <a:lstStyle/>
                    <a:p>
                      <a:pPr marL="31750">
                        <a:lnSpc>
                          <a:spcPts val="1664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CMD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1910"/>
                        </a:lnSpc>
                      </a:pPr>
                      <a:r>
                        <a:rPr sz="1600" b="1" dirty="0">
                          <a:latin typeface="Trebuchet MS"/>
                          <a:cs typeface="Trebuchet MS"/>
                        </a:rPr>
                        <a:t>…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==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7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”df”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ts val="167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?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3" name="object 63"/>
          <p:cNvSpPr/>
          <p:nvPr/>
        </p:nvSpPr>
        <p:spPr>
          <a:xfrm>
            <a:off x="8989731" y="872401"/>
            <a:ext cx="1573768" cy="1304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989731" y="872401"/>
            <a:ext cx="1574165" cy="1304290"/>
          </a:xfrm>
          <a:custGeom>
            <a:avLst/>
            <a:gdLst/>
            <a:ahLst/>
            <a:cxnLst/>
            <a:rect l="l" t="t" r="r" b="b"/>
            <a:pathLst>
              <a:path w="1574165" h="1304289">
                <a:moveTo>
                  <a:pt x="0" y="0"/>
                </a:moveTo>
                <a:lnTo>
                  <a:pt x="1573768" y="0"/>
                </a:lnTo>
                <a:lnTo>
                  <a:pt x="1573768" y="1304290"/>
                </a:lnTo>
                <a:lnTo>
                  <a:pt x="0" y="1304290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9029700" y="901700"/>
            <a:ext cx="8794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Courier New"/>
                <a:cs typeface="Courier New"/>
              </a:rPr>
              <a:t>Inputs: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151640" y="1143000"/>
            <a:ext cx="1245235" cy="9931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just">
              <a:lnSpc>
                <a:spcPts val="1900"/>
              </a:lnSpc>
              <a:spcBef>
                <a:spcPts val="180"/>
              </a:spcBef>
            </a:pPr>
            <a:r>
              <a:rPr sz="1600" b="1" spc="-5" dirty="0">
                <a:latin typeface="Courier New"/>
                <a:cs typeface="Courier New"/>
              </a:rPr>
              <a:t>CMD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10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“cq”  </a:t>
            </a:r>
            <a:r>
              <a:rPr sz="1600" b="1" spc="-5" dirty="0">
                <a:latin typeface="Courier New"/>
                <a:cs typeface="Courier New"/>
              </a:rPr>
              <a:t>CMD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10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“qf”  </a:t>
            </a:r>
            <a:r>
              <a:rPr sz="1600" b="1" spc="-5" dirty="0">
                <a:latin typeface="Courier New"/>
                <a:cs typeface="Courier New"/>
              </a:rPr>
              <a:t>CMD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10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“df”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839"/>
              </a:lnSpc>
            </a:pPr>
            <a:r>
              <a:rPr sz="1600" b="1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0749539" y="188315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3"/>
                </a:lnTo>
                <a:lnTo>
                  <a:pt x="0" y="275629"/>
                </a:lnTo>
                <a:lnTo>
                  <a:pt x="7371" y="318556"/>
                </a:lnTo>
                <a:lnTo>
                  <a:pt x="22115" y="359956"/>
                </a:lnTo>
                <a:lnTo>
                  <a:pt x="44230" y="398812"/>
                </a:lnTo>
                <a:lnTo>
                  <a:pt x="73717" y="434105"/>
                </a:lnTo>
                <a:lnTo>
                  <a:pt x="109010" y="463592"/>
                </a:lnTo>
                <a:lnTo>
                  <a:pt x="147866" y="485707"/>
                </a:lnTo>
                <a:lnTo>
                  <a:pt x="189266" y="500450"/>
                </a:lnTo>
                <a:lnTo>
                  <a:pt x="232193" y="507822"/>
                </a:lnTo>
                <a:lnTo>
                  <a:pt x="275629" y="507822"/>
                </a:lnTo>
                <a:lnTo>
                  <a:pt x="318556" y="500450"/>
                </a:lnTo>
                <a:lnTo>
                  <a:pt x="359956" y="485707"/>
                </a:lnTo>
                <a:lnTo>
                  <a:pt x="398812" y="463592"/>
                </a:lnTo>
                <a:lnTo>
                  <a:pt x="434105" y="434105"/>
                </a:lnTo>
                <a:lnTo>
                  <a:pt x="463592" y="398812"/>
                </a:lnTo>
                <a:lnTo>
                  <a:pt x="485707" y="359956"/>
                </a:lnTo>
                <a:lnTo>
                  <a:pt x="500450" y="318556"/>
                </a:lnTo>
                <a:lnTo>
                  <a:pt x="507822" y="275629"/>
                </a:lnTo>
                <a:lnTo>
                  <a:pt x="507822" y="232193"/>
                </a:lnTo>
                <a:lnTo>
                  <a:pt x="500450" y="189266"/>
                </a:lnTo>
                <a:lnTo>
                  <a:pt x="485707" y="147866"/>
                </a:lnTo>
                <a:lnTo>
                  <a:pt x="463592" y="109010"/>
                </a:lnTo>
                <a:lnTo>
                  <a:pt x="434105" y="73717"/>
                </a:lnTo>
                <a:lnTo>
                  <a:pt x="398812" y="44230"/>
                </a:lnTo>
                <a:lnTo>
                  <a:pt x="359956" y="22115"/>
                </a:lnTo>
                <a:lnTo>
                  <a:pt x="318556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0749538" y="188315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127052" y="286502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3"/>
                </a:lnTo>
                <a:lnTo>
                  <a:pt x="0" y="275629"/>
                </a:lnTo>
                <a:lnTo>
                  <a:pt x="7371" y="318556"/>
                </a:lnTo>
                <a:lnTo>
                  <a:pt x="22115" y="359956"/>
                </a:lnTo>
                <a:lnTo>
                  <a:pt x="44230" y="398812"/>
                </a:lnTo>
                <a:lnTo>
                  <a:pt x="73717" y="434105"/>
                </a:lnTo>
                <a:lnTo>
                  <a:pt x="109010" y="463592"/>
                </a:lnTo>
                <a:lnTo>
                  <a:pt x="147866" y="485707"/>
                </a:lnTo>
                <a:lnTo>
                  <a:pt x="189266" y="500450"/>
                </a:lnTo>
                <a:lnTo>
                  <a:pt x="232193" y="507822"/>
                </a:lnTo>
                <a:lnTo>
                  <a:pt x="275629" y="507822"/>
                </a:lnTo>
                <a:lnTo>
                  <a:pt x="318556" y="500450"/>
                </a:lnTo>
                <a:lnTo>
                  <a:pt x="359956" y="485707"/>
                </a:lnTo>
                <a:lnTo>
                  <a:pt x="398812" y="463592"/>
                </a:lnTo>
                <a:lnTo>
                  <a:pt x="434105" y="434105"/>
                </a:lnTo>
                <a:lnTo>
                  <a:pt x="463592" y="398812"/>
                </a:lnTo>
                <a:lnTo>
                  <a:pt x="485707" y="359956"/>
                </a:lnTo>
                <a:lnTo>
                  <a:pt x="500450" y="318556"/>
                </a:lnTo>
                <a:lnTo>
                  <a:pt x="507822" y="275629"/>
                </a:lnTo>
                <a:lnTo>
                  <a:pt x="507822" y="232193"/>
                </a:lnTo>
                <a:lnTo>
                  <a:pt x="500450" y="189266"/>
                </a:lnTo>
                <a:lnTo>
                  <a:pt x="485707" y="147866"/>
                </a:lnTo>
                <a:lnTo>
                  <a:pt x="463592" y="109010"/>
                </a:lnTo>
                <a:lnTo>
                  <a:pt x="434105" y="73717"/>
                </a:lnTo>
                <a:lnTo>
                  <a:pt x="398812" y="44230"/>
                </a:lnTo>
                <a:lnTo>
                  <a:pt x="359956" y="22115"/>
                </a:lnTo>
                <a:lnTo>
                  <a:pt x="318556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0127051" y="286502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0569500" y="2357894"/>
            <a:ext cx="318770" cy="485140"/>
          </a:xfrm>
          <a:custGeom>
            <a:avLst/>
            <a:gdLst/>
            <a:ahLst/>
            <a:cxnLst/>
            <a:rect l="l" t="t" r="r" b="b"/>
            <a:pathLst>
              <a:path w="318770" h="485139">
                <a:moveTo>
                  <a:pt x="318282" y="0"/>
                </a:moveTo>
                <a:lnTo>
                  <a:pt x="5227" y="476840"/>
                </a:lnTo>
                <a:lnTo>
                  <a:pt x="0" y="484802"/>
                </a:lnTo>
              </a:path>
            </a:pathLst>
          </a:custGeom>
          <a:ln w="190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0528214" y="2826755"/>
            <a:ext cx="69215" cy="79375"/>
          </a:xfrm>
          <a:custGeom>
            <a:avLst/>
            <a:gdLst/>
            <a:ahLst/>
            <a:cxnLst/>
            <a:rect l="l" t="t" r="r" b="b"/>
            <a:pathLst>
              <a:path w="69215" h="79375">
                <a:moveTo>
                  <a:pt x="9288" y="0"/>
                </a:moveTo>
                <a:lnTo>
                  <a:pt x="0" y="78827"/>
                </a:lnTo>
                <a:lnTo>
                  <a:pt x="68635" y="38962"/>
                </a:lnTo>
                <a:lnTo>
                  <a:pt x="9288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1269921" y="434685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3"/>
                </a:lnTo>
                <a:lnTo>
                  <a:pt x="0" y="275629"/>
                </a:lnTo>
                <a:lnTo>
                  <a:pt x="7371" y="318556"/>
                </a:lnTo>
                <a:lnTo>
                  <a:pt x="22115" y="359956"/>
                </a:lnTo>
                <a:lnTo>
                  <a:pt x="44230" y="398812"/>
                </a:lnTo>
                <a:lnTo>
                  <a:pt x="73717" y="434105"/>
                </a:lnTo>
                <a:lnTo>
                  <a:pt x="109010" y="463592"/>
                </a:lnTo>
                <a:lnTo>
                  <a:pt x="147866" y="485707"/>
                </a:lnTo>
                <a:lnTo>
                  <a:pt x="189266" y="500450"/>
                </a:lnTo>
                <a:lnTo>
                  <a:pt x="232193" y="507822"/>
                </a:lnTo>
                <a:lnTo>
                  <a:pt x="275629" y="507822"/>
                </a:lnTo>
                <a:lnTo>
                  <a:pt x="318557" y="500450"/>
                </a:lnTo>
                <a:lnTo>
                  <a:pt x="359957" y="485707"/>
                </a:lnTo>
                <a:lnTo>
                  <a:pt x="398813" y="463592"/>
                </a:lnTo>
                <a:lnTo>
                  <a:pt x="434106" y="434105"/>
                </a:lnTo>
                <a:lnTo>
                  <a:pt x="463593" y="398812"/>
                </a:lnTo>
                <a:lnTo>
                  <a:pt x="485708" y="359956"/>
                </a:lnTo>
                <a:lnTo>
                  <a:pt x="500452" y="318556"/>
                </a:lnTo>
                <a:lnTo>
                  <a:pt x="507823" y="275629"/>
                </a:lnTo>
                <a:lnTo>
                  <a:pt x="507823" y="232193"/>
                </a:lnTo>
                <a:lnTo>
                  <a:pt x="500452" y="189266"/>
                </a:lnTo>
                <a:lnTo>
                  <a:pt x="485708" y="147866"/>
                </a:lnTo>
                <a:lnTo>
                  <a:pt x="463593" y="109010"/>
                </a:lnTo>
                <a:lnTo>
                  <a:pt x="434106" y="73717"/>
                </a:lnTo>
                <a:lnTo>
                  <a:pt x="398813" y="44230"/>
                </a:lnTo>
                <a:lnTo>
                  <a:pt x="359957" y="22115"/>
                </a:lnTo>
                <a:lnTo>
                  <a:pt x="318557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1269922" y="434685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0813115" y="348353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3"/>
                </a:lnTo>
                <a:lnTo>
                  <a:pt x="0" y="275629"/>
                </a:lnTo>
                <a:lnTo>
                  <a:pt x="7371" y="318557"/>
                </a:lnTo>
                <a:lnTo>
                  <a:pt x="22115" y="359957"/>
                </a:lnTo>
                <a:lnTo>
                  <a:pt x="44230" y="398813"/>
                </a:lnTo>
                <a:lnTo>
                  <a:pt x="73717" y="434106"/>
                </a:lnTo>
                <a:lnTo>
                  <a:pt x="109010" y="463593"/>
                </a:lnTo>
                <a:lnTo>
                  <a:pt x="147866" y="485708"/>
                </a:lnTo>
                <a:lnTo>
                  <a:pt x="189266" y="500452"/>
                </a:lnTo>
                <a:lnTo>
                  <a:pt x="232193" y="507823"/>
                </a:lnTo>
                <a:lnTo>
                  <a:pt x="275629" y="507823"/>
                </a:lnTo>
                <a:lnTo>
                  <a:pt x="318557" y="500452"/>
                </a:lnTo>
                <a:lnTo>
                  <a:pt x="359957" y="485708"/>
                </a:lnTo>
                <a:lnTo>
                  <a:pt x="398813" y="463593"/>
                </a:lnTo>
                <a:lnTo>
                  <a:pt x="434106" y="434106"/>
                </a:lnTo>
                <a:lnTo>
                  <a:pt x="463593" y="398813"/>
                </a:lnTo>
                <a:lnTo>
                  <a:pt x="485708" y="359957"/>
                </a:lnTo>
                <a:lnTo>
                  <a:pt x="500452" y="318557"/>
                </a:lnTo>
                <a:lnTo>
                  <a:pt x="507823" y="275629"/>
                </a:lnTo>
                <a:lnTo>
                  <a:pt x="507823" y="232193"/>
                </a:lnTo>
                <a:lnTo>
                  <a:pt x="500452" y="189266"/>
                </a:lnTo>
                <a:lnTo>
                  <a:pt x="485708" y="147866"/>
                </a:lnTo>
                <a:lnTo>
                  <a:pt x="463593" y="109010"/>
                </a:lnTo>
                <a:lnTo>
                  <a:pt x="434106" y="73717"/>
                </a:lnTo>
                <a:lnTo>
                  <a:pt x="398813" y="44230"/>
                </a:lnTo>
                <a:lnTo>
                  <a:pt x="359957" y="22115"/>
                </a:lnTo>
                <a:lnTo>
                  <a:pt x="318557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0813117" y="348353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0609654" y="3187980"/>
            <a:ext cx="304800" cy="254635"/>
          </a:xfrm>
          <a:custGeom>
            <a:avLst/>
            <a:gdLst/>
            <a:ahLst/>
            <a:cxnLst/>
            <a:rect l="l" t="t" r="r" b="b"/>
            <a:pathLst>
              <a:path w="304800" h="254635">
                <a:moveTo>
                  <a:pt x="0" y="0"/>
                </a:moveTo>
                <a:lnTo>
                  <a:pt x="43806" y="17989"/>
                </a:lnTo>
                <a:lnTo>
                  <a:pt x="86197" y="39981"/>
                </a:lnTo>
                <a:lnTo>
                  <a:pt x="126978" y="65793"/>
                </a:lnTo>
                <a:lnTo>
                  <a:pt x="165954" y="95244"/>
                </a:lnTo>
                <a:lnTo>
                  <a:pt x="202930" y="128150"/>
                </a:lnTo>
                <a:lnTo>
                  <a:pt x="237710" y="164331"/>
                </a:lnTo>
                <a:lnTo>
                  <a:pt x="270101" y="203603"/>
                </a:lnTo>
                <a:lnTo>
                  <a:pt x="299906" y="245785"/>
                </a:lnTo>
                <a:lnTo>
                  <a:pt x="304640" y="254066"/>
                </a:lnTo>
              </a:path>
            </a:pathLst>
          </a:custGeom>
          <a:ln w="190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0885581" y="3428104"/>
            <a:ext cx="66675" cy="79375"/>
          </a:xfrm>
          <a:custGeom>
            <a:avLst/>
            <a:gdLst/>
            <a:ahLst/>
            <a:cxnLst/>
            <a:rect l="l" t="t" r="r" b="b"/>
            <a:pathLst>
              <a:path w="66675" h="79375">
                <a:moveTo>
                  <a:pt x="61631" y="0"/>
                </a:moveTo>
                <a:lnTo>
                  <a:pt x="0" y="35236"/>
                </a:lnTo>
                <a:lnTo>
                  <a:pt x="66051" y="79249"/>
                </a:lnTo>
                <a:lnTo>
                  <a:pt x="61631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1243962" y="3938395"/>
            <a:ext cx="205740" cy="339725"/>
          </a:xfrm>
          <a:custGeom>
            <a:avLst/>
            <a:gdLst/>
            <a:ahLst/>
            <a:cxnLst/>
            <a:rect l="l" t="t" r="r" b="b"/>
            <a:pathLst>
              <a:path w="205740" h="339725">
                <a:moveTo>
                  <a:pt x="0" y="0"/>
                </a:moveTo>
                <a:lnTo>
                  <a:pt x="35564" y="31269"/>
                </a:lnTo>
                <a:lnTo>
                  <a:pt x="68488" y="65862"/>
                </a:lnTo>
                <a:lnTo>
                  <a:pt x="98645" y="103544"/>
                </a:lnTo>
                <a:lnTo>
                  <a:pt x="125912" y="144078"/>
                </a:lnTo>
                <a:lnTo>
                  <a:pt x="150162" y="187229"/>
                </a:lnTo>
                <a:lnTo>
                  <a:pt x="171271" y="232760"/>
                </a:lnTo>
                <a:lnTo>
                  <a:pt x="189113" y="280437"/>
                </a:lnTo>
                <a:lnTo>
                  <a:pt x="203563" y="330024"/>
                </a:lnTo>
                <a:lnTo>
                  <a:pt x="205344" y="339395"/>
                </a:lnTo>
              </a:path>
            </a:pathLst>
          </a:custGeom>
          <a:ln w="190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1415225" y="4275322"/>
            <a:ext cx="69850" cy="76835"/>
          </a:xfrm>
          <a:custGeom>
            <a:avLst/>
            <a:gdLst/>
            <a:ahLst/>
            <a:cxnLst/>
            <a:rect l="l" t="t" r="r" b="b"/>
            <a:pathLst>
              <a:path w="69850" h="76835">
                <a:moveTo>
                  <a:pt x="69744" y="0"/>
                </a:moveTo>
                <a:lnTo>
                  <a:pt x="0" y="13254"/>
                </a:lnTo>
                <a:lnTo>
                  <a:pt x="48127" y="76371"/>
                </a:lnTo>
                <a:lnTo>
                  <a:pt x="69744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9131300" y="2400300"/>
            <a:ext cx="14116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CMD =</a:t>
            </a:r>
            <a:r>
              <a:rPr sz="2000" b="1" spc="-80" dirty="0">
                <a:latin typeface="Trebuchet MS"/>
                <a:cs typeface="Trebuchet MS"/>
              </a:rPr>
              <a:t> </a:t>
            </a:r>
            <a:r>
              <a:rPr sz="2000" b="1" spc="-5" dirty="0">
                <a:latin typeface="Trebuchet MS"/>
                <a:cs typeface="Trebuchet MS"/>
              </a:rPr>
              <a:t>“cq”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807700" y="2006600"/>
            <a:ext cx="3810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Trebuchet MS"/>
                <a:cs typeface="Trebuchet MS"/>
              </a:rPr>
              <a:t>CMD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8922565" y="48287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3"/>
                </a:lnTo>
                <a:lnTo>
                  <a:pt x="0" y="275629"/>
                </a:lnTo>
                <a:lnTo>
                  <a:pt x="7371" y="318556"/>
                </a:lnTo>
                <a:lnTo>
                  <a:pt x="22115" y="359956"/>
                </a:lnTo>
                <a:lnTo>
                  <a:pt x="44230" y="398812"/>
                </a:lnTo>
                <a:lnTo>
                  <a:pt x="73717" y="434105"/>
                </a:lnTo>
                <a:lnTo>
                  <a:pt x="109010" y="463592"/>
                </a:lnTo>
                <a:lnTo>
                  <a:pt x="147866" y="485707"/>
                </a:lnTo>
                <a:lnTo>
                  <a:pt x="189266" y="500450"/>
                </a:lnTo>
                <a:lnTo>
                  <a:pt x="232193" y="507822"/>
                </a:lnTo>
                <a:lnTo>
                  <a:pt x="275629" y="507822"/>
                </a:lnTo>
                <a:lnTo>
                  <a:pt x="318557" y="500450"/>
                </a:lnTo>
                <a:lnTo>
                  <a:pt x="359957" y="485707"/>
                </a:lnTo>
                <a:lnTo>
                  <a:pt x="398813" y="463592"/>
                </a:lnTo>
                <a:lnTo>
                  <a:pt x="434106" y="434105"/>
                </a:lnTo>
                <a:lnTo>
                  <a:pt x="463593" y="398812"/>
                </a:lnTo>
                <a:lnTo>
                  <a:pt x="485708" y="359956"/>
                </a:lnTo>
                <a:lnTo>
                  <a:pt x="500452" y="318556"/>
                </a:lnTo>
                <a:lnTo>
                  <a:pt x="507823" y="275629"/>
                </a:lnTo>
                <a:lnTo>
                  <a:pt x="507823" y="232193"/>
                </a:lnTo>
                <a:lnTo>
                  <a:pt x="500452" y="189266"/>
                </a:lnTo>
                <a:lnTo>
                  <a:pt x="485708" y="147866"/>
                </a:lnTo>
                <a:lnTo>
                  <a:pt x="463593" y="109010"/>
                </a:lnTo>
                <a:lnTo>
                  <a:pt x="434106" y="73717"/>
                </a:lnTo>
                <a:lnTo>
                  <a:pt x="398813" y="44230"/>
                </a:lnTo>
                <a:lnTo>
                  <a:pt x="359957" y="22115"/>
                </a:lnTo>
                <a:lnTo>
                  <a:pt x="318557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922566" y="482877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4271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9325134" y="4328669"/>
            <a:ext cx="318770" cy="485140"/>
          </a:xfrm>
          <a:custGeom>
            <a:avLst/>
            <a:gdLst/>
            <a:ahLst/>
            <a:cxnLst/>
            <a:rect l="l" t="t" r="r" b="b"/>
            <a:pathLst>
              <a:path w="318770" h="485139">
                <a:moveTo>
                  <a:pt x="318282" y="0"/>
                </a:moveTo>
                <a:lnTo>
                  <a:pt x="5227" y="476840"/>
                </a:lnTo>
                <a:lnTo>
                  <a:pt x="0" y="484802"/>
                </a:lnTo>
              </a:path>
            </a:pathLst>
          </a:custGeom>
          <a:ln w="190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9283848" y="4797530"/>
            <a:ext cx="69215" cy="79375"/>
          </a:xfrm>
          <a:custGeom>
            <a:avLst/>
            <a:gdLst/>
            <a:ahLst/>
            <a:cxnLst/>
            <a:rect l="l" t="t" r="r" b="b"/>
            <a:pathLst>
              <a:path w="69215" h="79375">
                <a:moveTo>
                  <a:pt x="9288" y="0"/>
                </a:moveTo>
                <a:lnTo>
                  <a:pt x="0" y="78827"/>
                </a:lnTo>
                <a:lnTo>
                  <a:pt x="68635" y="38962"/>
                </a:lnTo>
                <a:lnTo>
                  <a:pt x="9288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9625731" y="549816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29" y="0"/>
                </a:moveTo>
                <a:lnTo>
                  <a:pt x="232193" y="0"/>
                </a:lnTo>
                <a:lnTo>
                  <a:pt x="189266" y="7371"/>
                </a:lnTo>
                <a:lnTo>
                  <a:pt x="147866" y="22115"/>
                </a:lnTo>
                <a:lnTo>
                  <a:pt x="109010" y="44230"/>
                </a:lnTo>
                <a:lnTo>
                  <a:pt x="73717" y="73717"/>
                </a:lnTo>
                <a:lnTo>
                  <a:pt x="44230" y="109010"/>
                </a:lnTo>
                <a:lnTo>
                  <a:pt x="22115" y="147866"/>
                </a:lnTo>
                <a:lnTo>
                  <a:pt x="7371" y="189266"/>
                </a:lnTo>
                <a:lnTo>
                  <a:pt x="0" y="232193"/>
                </a:lnTo>
                <a:lnTo>
                  <a:pt x="0" y="275629"/>
                </a:lnTo>
                <a:lnTo>
                  <a:pt x="7371" y="318556"/>
                </a:lnTo>
                <a:lnTo>
                  <a:pt x="22115" y="359957"/>
                </a:lnTo>
                <a:lnTo>
                  <a:pt x="44230" y="398812"/>
                </a:lnTo>
                <a:lnTo>
                  <a:pt x="73717" y="434106"/>
                </a:lnTo>
                <a:lnTo>
                  <a:pt x="109010" y="463593"/>
                </a:lnTo>
                <a:lnTo>
                  <a:pt x="147866" y="485708"/>
                </a:lnTo>
                <a:lnTo>
                  <a:pt x="189266" y="500451"/>
                </a:lnTo>
                <a:lnTo>
                  <a:pt x="232193" y="507823"/>
                </a:lnTo>
                <a:lnTo>
                  <a:pt x="275629" y="507823"/>
                </a:lnTo>
                <a:lnTo>
                  <a:pt x="318557" y="500451"/>
                </a:lnTo>
                <a:lnTo>
                  <a:pt x="359957" y="485708"/>
                </a:lnTo>
                <a:lnTo>
                  <a:pt x="398813" y="463593"/>
                </a:lnTo>
                <a:lnTo>
                  <a:pt x="434106" y="434106"/>
                </a:lnTo>
                <a:lnTo>
                  <a:pt x="463593" y="398812"/>
                </a:lnTo>
                <a:lnTo>
                  <a:pt x="485708" y="359957"/>
                </a:lnTo>
                <a:lnTo>
                  <a:pt x="500452" y="318556"/>
                </a:lnTo>
                <a:lnTo>
                  <a:pt x="507823" y="275629"/>
                </a:lnTo>
                <a:lnTo>
                  <a:pt x="507823" y="232193"/>
                </a:lnTo>
                <a:lnTo>
                  <a:pt x="500452" y="189266"/>
                </a:lnTo>
                <a:lnTo>
                  <a:pt x="485708" y="147866"/>
                </a:lnTo>
                <a:lnTo>
                  <a:pt x="463593" y="109010"/>
                </a:lnTo>
                <a:lnTo>
                  <a:pt x="434106" y="73717"/>
                </a:lnTo>
                <a:lnTo>
                  <a:pt x="398813" y="44230"/>
                </a:lnTo>
                <a:lnTo>
                  <a:pt x="359957" y="22115"/>
                </a:lnTo>
                <a:lnTo>
                  <a:pt x="318557" y="7371"/>
                </a:lnTo>
                <a:lnTo>
                  <a:pt x="275629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9625731" y="549816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4105" y="73717"/>
                </a:moveTo>
                <a:lnTo>
                  <a:pt x="463592" y="109010"/>
                </a:lnTo>
                <a:lnTo>
                  <a:pt x="485707" y="147866"/>
                </a:lnTo>
                <a:lnTo>
                  <a:pt x="500451" y="189266"/>
                </a:lnTo>
                <a:lnTo>
                  <a:pt x="507823" y="232193"/>
                </a:lnTo>
                <a:lnTo>
                  <a:pt x="507823" y="275629"/>
                </a:lnTo>
                <a:lnTo>
                  <a:pt x="500451" y="318556"/>
                </a:lnTo>
                <a:lnTo>
                  <a:pt x="485707" y="359956"/>
                </a:lnTo>
                <a:lnTo>
                  <a:pt x="463592" y="398812"/>
                </a:lnTo>
                <a:lnTo>
                  <a:pt x="434105" y="434105"/>
                </a:lnTo>
                <a:lnTo>
                  <a:pt x="398812" y="463592"/>
                </a:lnTo>
                <a:lnTo>
                  <a:pt x="359956" y="485707"/>
                </a:lnTo>
                <a:lnTo>
                  <a:pt x="318556" y="500451"/>
                </a:lnTo>
                <a:lnTo>
                  <a:pt x="275629" y="507823"/>
                </a:lnTo>
                <a:lnTo>
                  <a:pt x="232193" y="507823"/>
                </a:lnTo>
                <a:lnTo>
                  <a:pt x="189266" y="500451"/>
                </a:lnTo>
                <a:lnTo>
                  <a:pt x="147866" y="485707"/>
                </a:lnTo>
                <a:lnTo>
                  <a:pt x="109010" y="463592"/>
                </a:lnTo>
                <a:lnTo>
                  <a:pt x="73717" y="434105"/>
                </a:lnTo>
                <a:lnTo>
                  <a:pt x="44230" y="398812"/>
                </a:lnTo>
                <a:lnTo>
                  <a:pt x="22115" y="359956"/>
                </a:lnTo>
                <a:lnTo>
                  <a:pt x="7371" y="318556"/>
                </a:lnTo>
                <a:lnTo>
                  <a:pt x="0" y="275629"/>
                </a:lnTo>
                <a:lnTo>
                  <a:pt x="0" y="232193"/>
                </a:lnTo>
                <a:lnTo>
                  <a:pt x="7371" y="189266"/>
                </a:lnTo>
                <a:lnTo>
                  <a:pt x="22115" y="147866"/>
                </a:lnTo>
                <a:lnTo>
                  <a:pt x="44230" y="109010"/>
                </a:lnTo>
                <a:lnTo>
                  <a:pt x="73717" y="73717"/>
                </a:lnTo>
                <a:lnTo>
                  <a:pt x="109010" y="44230"/>
                </a:lnTo>
                <a:lnTo>
                  <a:pt x="147866" y="22115"/>
                </a:lnTo>
                <a:lnTo>
                  <a:pt x="189266" y="7371"/>
                </a:lnTo>
                <a:lnTo>
                  <a:pt x="232193" y="0"/>
                </a:lnTo>
                <a:lnTo>
                  <a:pt x="275629" y="0"/>
                </a:lnTo>
                <a:lnTo>
                  <a:pt x="318556" y="7371"/>
                </a:lnTo>
                <a:lnTo>
                  <a:pt x="359956" y="22115"/>
                </a:lnTo>
                <a:lnTo>
                  <a:pt x="398812" y="44230"/>
                </a:lnTo>
                <a:lnTo>
                  <a:pt x="434105" y="73717"/>
                </a:lnTo>
                <a:close/>
              </a:path>
            </a:pathLst>
          </a:custGeom>
          <a:ln w="127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9422269" y="5202609"/>
            <a:ext cx="304800" cy="254635"/>
          </a:xfrm>
          <a:custGeom>
            <a:avLst/>
            <a:gdLst/>
            <a:ahLst/>
            <a:cxnLst/>
            <a:rect l="l" t="t" r="r" b="b"/>
            <a:pathLst>
              <a:path w="304800" h="254635">
                <a:moveTo>
                  <a:pt x="0" y="0"/>
                </a:moveTo>
                <a:lnTo>
                  <a:pt x="43806" y="17989"/>
                </a:lnTo>
                <a:lnTo>
                  <a:pt x="86197" y="39981"/>
                </a:lnTo>
                <a:lnTo>
                  <a:pt x="126978" y="65793"/>
                </a:lnTo>
                <a:lnTo>
                  <a:pt x="165954" y="95244"/>
                </a:lnTo>
                <a:lnTo>
                  <a:pt x="202930" y="128150"/>
                </a:lnTo>
                <a:lnTo>
                  <a:pt x="237710" y="164331"/>
                </a:lnTo>
                <a:lnTo>
                  <a:pt x="270101" y="203603"/>
                </a:lnTo>
                <a:lnTo>
                  <a:pt x="299906" y="245785"/>
                </a:lnTo>
                <a:lnTo>
                  <a:pt x="304640" y="254066"/>
                </a:lnTo>
              </a:path>
            </a:pathLst>
          </a:custGeom>
          <a:ln w="1905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9698196" y="5442733"/>
            <a:ext cx="66675" cy="79375"/>
          </a:xfrm>
          <a:custGeom>
            <a:avLst/>
            <a:gdLst/>
            <a:ahLst/>
            <a:cxnLst/>
            <a:rect l="l" t="t" r="r" b="b"/>
            <a:pathLst>
              <a:path w="66675" h="79375">
                <a:moveTo>
                  <a:pt x="61631" y="0"/>
                </a:moveTo>
                <a:lnTo>
                  <a:pt x="0" y="35236"/>
                </a:lnTo>
                <a:lnTo>
                  <a:pt x="66051" y="79249"/>
                </a:lnTo>
                <a:lnTo>
                  <a:pt x="61631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912100" y="4406900"/>
            <a:ext cx="137604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CMD =</a:t>
            </a:r>
            <a:r>
              <a:rPr sz="2000" b="1" spc="-100" dirty="0">
                <a:latin typeface="Trebuchet MS"/>
                <a:cs typeface="Trebuchet MS"/>
              </a:rPr>
              <a:t> </a:t>
            </a:r>
            <a:r>
              <a:rPr sz="2000" b="1" spc="-5" dirty="0">
                <a:latin typeface="Trebuchet MS"/>
                <a:cs typeface="Trebuchet MS"/>
              </a:rPr>
              <a:t>“df”</a:t>
            </a:r>
            <a:endParaRPr sz="20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800"/>
              </a:spcBef>
            </a:pPr>
            <a:r>
              <a:rPr sz="1400" b="1" dirty="0">
                <a:solidFill>
                  <a:srgbClr val="FFFFFF"/>
                </a:solidFill>
                <a:latin typeface="Trebuchet MS"/>
                <a:cs typeface="Trebuchet MS"/>
              </a:rPr>
              <a:t>df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0287000" y="2946400"/>
            <a:ext cx="2482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rebuchet MS"/>
                <a:cs typeface="Trebuchet MS"/>
              </a:rPr>
              <a:t>cq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6" name="日期占位符 95">
            <a:extLst>
              <a:ext uri="{FF2B5EF4-FFF2-40B4-BE49-F238E27FC236}">
                <a16:creationId xmlns:a16="http://schemas.microsoft.com/office/drawing/2014/main" id="{49CF87AC-9CAF-4796-806A-69FFA2361AD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97" name="灯片编号占位符 96">
            <a:extLst>
              <a:ext uri="{FF2B5EF4-FFF2-40B4-BE49-F238E27FC236}">
                <a16:creationId xmlns:a16="http://schemas.microsoft.com/office/drawing/2014/main" id="{44ECDB78-E3D7-4294-BD9C-2BFE253DF63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12</a:t>
            </a:fld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300" y="685800"/>
            <a:ext cx="40620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Path</a:t>
            </a:r>
            <a:r>
              <a:rPr sz="4000" b="1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Exploration</a:t>
            </a:r>
            <a:endParaRPr sz="40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0050" y="1593850"/>
          <a:ext cx="11385550" cy="39451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2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Command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Detected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behavior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 of executed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blocks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4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R="127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“cq”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48260" marR="248920">
                        <a:lnSpc>
                          <a:spcPct val="107100"/>
                        </a:lnSpc>
                        <a:spcBef>
                          <a:spcPts val="459"/>
                        </a:spcBef>
                      </a:pPr>
                      <a:r>
                        <a:rPr sz="1400" spc="-15" dirty="0">
                          <a:latin typeface="Trebuchet MS"/>
                          <a:cs typeface="Trebuchet MS"/>
                        </a:rPr>
                        <a:t>Read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information SMS contents, contacts,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device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model and system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version,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then  </a:t>
                      </a:r>
                      <a:r>
                        <a:rPr sz="1400" dirty="0">
                          <a:latin typeface="Trebuchet MS"/>
                          <a:cs typeface="Trebuchet MS"/>
                          <a:hlinkClick r:id="rId2"/>
                        </a:rPr>
                        <a:t>send to </a:t>
                      </a:r>
                      <a:r>
                        <a:rPr sz="1400" spc="-5" dirty="0">
                          <a:latin typeface="Trebuchet MS"/>
                          <a:cs typeface="Trebuchet MS"/>
                          <a:hlinkClick r:id="rId2"/>
                        </a:rPr>
                        <a:t>292019159c@fcvh77f.com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with password “aAaccvv11”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through SMTP 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protocol.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32k/20443k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“qf”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Send SMS to all contacts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with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no SMS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content.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7k/20537k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“df”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758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48260" marR="236854">
                        <a:lnSpc>
                          <a:spcPct val="107100"/>
                        </a:lnSpc>
                        <a:spcBef>
                          <a:spcPts val="37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Send SMS to specified 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number,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 both the number and content are specified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by  the command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SMS.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5k/22970k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758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“zy”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Set unconditional call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forwarding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through making call to “**21*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targetNum%23”.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8k/22848k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122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“by”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48260" marR="1457325">
                        <a:lnSpc>
                          <a:spcPct val="107100"/>
                        </a:lnSpc>
                        <a:spcBef>
                          <a:spcPts val="37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Set call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forwarding when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the phone is busy through making call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to  “%23%23targetNum%23”.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15k/20639k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120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“ld”, “fd”, “dh”,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“cz”,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2032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“fx”, “sx”, “dc”,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“bc”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Modify the its configuration file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zzxx.xml.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5k-18k/20403k-20452k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Others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spc="-45" dirty="0">
                          <a:latin typeface="Trebuchet MS"/>
                          <a:cs typeface="Trebuchet MS"/>
                        </a:rPr>
                        <a:t>Tell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the controller the command format is error by replying an</a:t>
                      </a:r>
                      <a:r>
                        <a:rPr sz="14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SMS.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15k/20443k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5FB609-FA0F-448C-88A0-419923DBDE1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4CDFD96-458F-4208-ADFC-A19EB05CC3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13</a:t>
            </a:fld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300" y="685800"/>
            <a:ext cx="81280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33060" algn="l"/>
              </a:tabLst>
            </a:pP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Discovering</a:t>
            </a:r>
            <a:r>
              <a:rPr sz="4000" b="1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000000"/>
                </a:solidFill>
                <a:latin typeface="Arial"/>
                <a:cs typeface="Arial"/>
              </a:rPr>
              <a:t>Sensitive	Operations</a:t>
            </a:r>
            <a:endParaRPr sz="40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1492250"/>
          <a:ext cx="10515600" cy="35915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9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Behavior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CopperDroid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DroidBox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Malton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39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spc="-15" dirty="0">
                          <a:latin typeface="Trebuchet MS"/>
                          <a:cs typeface="Trebuchet MS"/>
                        </a:rPr>
                        <a:t>Personal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Info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435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(85.0%)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135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(26.4%)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R="65278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511</a:t>
                      </a:r>
                      <a:r>
                        <a:rPr sz="20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(99.8%)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Network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access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351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(68.5%)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211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(41.2%)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R="6527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445</a:t>
                      </a:r>
                      <a:r>
                        <a:rPr sz="20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(86.9%)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File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access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438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(85.5%)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509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(99.4%)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R="69532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512</a:t>
                      </a:r>
                      <a:r>
                        <a:rPr sz="20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(100%)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20" dirty="0">
                          <a:latin typeface="Trebuchet MS"/>
                          <a:cs typeface="Trebuchet MS"/>
                        </a:rPr>
                        <a:t>Phone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call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52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(10.1%)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(0.2%)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72390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59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(11.5%)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Send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SMS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26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(5.1%)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15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(2.9%)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7874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28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(5.5%)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Java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code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loading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NA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509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(99.4%)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R="69532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512</a:t>
                      </a:r>
                      <a:r>
                        <a:rPr sz="20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(100%)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Anti-debugging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(0.8%)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NA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86360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(0.8%)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Native code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loading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NA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NA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R="6527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Trebuchet MS"/>
                          <a:cs typeface="Trebuchet MS"/>
                        </a:rPr>
                        <a:t>160</a:t>
                      </a:r>
                      <a:r>
                        <a:rPr sz="20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(31.2%)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63600" y="5080000"/>
            <a:ext cx="9326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1888489" algn="l"/>
              </a:tabLst>
            </a:pPr>
            <a:r>
              <a:rPr sz="2000" spc="-5" dirty="0">
                <a:latin typeface="Trebuchet MS"/>
                <a:cs typeface="Trebuchet MS"/>
              </a:rPr>
              <a:t>512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samples	and results of CopperDroid are downloaded from </a:t>
            </a:r>
            <a:r>
              <a:rPr sz="2000" dirty="0">
                <a:latin typeface="Trebuchet MS"/>
                <a:cs typeface="Trebuchet MS"/>
              </a:rPr>
              <a:t>its web</a:t>
            </a:r>
            <a:r>
              <a:rPr sz="2000" spc="1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servers.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29285FB2-5445-4A09-AAD2-749E0A4E864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2A5477-2868-43FF-837C-2DCB3F9BC6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14</a:t>
            </a:fld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726" y="712289"/>
            <a:ext cx="11973728" cy="54256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9782A7-703D-4DD7-BDBB-E3217DDBDD0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CCAC25-8D7F-4186-BF9F-BE7576EC73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15</a:t>
            </a:fld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476502" y="1019674"/>
            <a:ext cx="7966075" cy="1188720"/>
          </a:xfrm>
          <a:custGeom>
            <a:avLst/>
            <a:gdLst/>
            <a:ahLst/>
            <a:cxnLst/>
            <a:rect l="l" t="t" r="r" b="b"/>
            <a:pathLst>
              <a:path w="7966075" h="1188720">
                <a:moveTo>
                  <a:pt x="0" y="0"/>
                </a:moveTo>
                <a:lnTo>
                  <a:pt x="7965913" y="0"/>
                </a:lnTo>
                <a:lnTo>
                  <a:pt x="7965913" y="1188307"/>
                </a:lnTo>
                <a:lnTo>
                  <a:pt x="0" y="1188307"/>
                </a:lnTo>
                <a:lnTo>
                  <a:pt x="0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76502" y="1019674"/>
            <a:ext cx="7966075" cy="1188720"/>
          </a:xfrm>
          <a:custGeom>
            <a:avLst/>
            <a:gdLst/>
            <a:ahLst/>
            <a:cxnLst/>
            <a:rect l="l" t="t" r="r" b="b"/>
            <a:pathLst>
              <a:path w="7966075" h="1188720">
                <a:moveTo>
                  <a:pt x="0" y="0"/>
                </a:moveTo>
                <a:lnTo>
                  <a:pt x="7965913" y="0"/>
                </a:lnTo>
                <a:lnTo>
                  <a:pt x="7965913" y="1188306"/>
                </a:lnTo>
                <a:lnTo>
                  <a:pt x="0" y="118830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527E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56083" y="882417"/>
            <a:ext cx="1545590" cy="1478915"/>
          </a:xfrm>
          <a:custGeom>
            <a:avLst/>
            <a:gdLst/>
            <a:ahLst/>
            <a:cxnLst/>
            <a:rect l="l" t="t" r="r" b="b"/>
            <a:pathLst>
              <a:path w="1545589" h="1478914">
                <a:moveTo>
                  <a:pt x="772757" y="0"/>
                </a:moveTo>
                <a:lnTo>
                  <a:pt x="727140" y="1281"/>
                </a:lnTo>
                <a:lnTo>
                  <a:pt x="681651" y="5125"/>
                </a:lnTo>
                <a:lnTo>
                  <a:pt x="636418" y="11532"/>
                </a:lnTo>
                <a:lnTo>
                  <a:pt x="591569" y="20501"/>
                </a:lnTo>
                <a:lnTo>
                  <a:pt x="547232" y="32034"/>
                </a:lnTo>
                <a:lnTo>
                  <a:pt x="503536" y="46128"/>
                </a:lnTo>
                <a:lnTo>
                  <a:pt x="460607" y="62786"/>
                </a:lnTo>
                <a:lnTo>
                  <a:pt x="418575" y="82007"/>
                </a:lnTo>
                <a:lnTo>
                  <a:pt x="377566" y="103790"/>
                </a:lnTo>
                <a:lnTo>
                  <a:pt x="337710" y="128136"/>
                </a:lnTo>
                <a:lnTo>
                  <a:pt x="299134" y="155044"/>
                </a:lnTo>
                <a:lnTo>
                  <a:pt x="261966" y="184515"/>
                </a:lnTo>
                <a:lnTo>
                  <a:pt x="226334" y="216549"/>
                </a:lnTo>
                <a:lnTo>
                  <a:pt x="192853" y="250641"/>
                </a:lnTo>
                <a:lnTo>
                  <a:pt x="162050" y="286201"/>
                </a:lnTo>
                <a:lnTo>
                  <a:pt x="133926" y="323110"/>
                </a:lnTo>
                <a:lnTo>
                  <a:pt x="108480" y="361243"/>
                </a:lnTo>
                <a:lnTo>
                  <a:pt x="85712" y="400478"/>
                </a:lnTo>
                <a:lnTo>
                  <a:pt x="65623" y="440693"/>
                </a:lnTo>
                <a:lnTo>
                  <a:pt x="48213" y="481766"/>
                </a:lnTo>
                <a:lnTo>
                  <a:pt x="33481" y="523573"/>
                </a:lnTo>
                <a:lnTo>
                  <a:pt x="21428" y="565993"/>
                </a:lnTo>
                <a:lnTo>
                  <a:pt x="12053" y="608903"/>
                </a:lnTo>
                <a:lnTo>
                  <a:pt x="5357" y="652180"/>
                </a:lnTo>
                <a:lnTo>
                  <a:pt x="1339" y="695702"/>
                </a:lnTo>
                <a:lnTo>
                  <a:pt x="0" y="739347"/>
                </a:lnTo>
                <a:lnTo>
                  <a:pt x="1339" y="782992"/>
                </a:lnTo>
                <a:lnTo>
                  <a:pt x="5357" y="826514"/>
                </a:lnTo>
                <a:lnTo>
                  <a:pt x="12053" y="869791"/>
                </a:lnTo>
                <a:lnTo>
                  <a:pt x="21428" y="912701"/>
                </a:lnTo>
                <a:lnTo>
                  <a:pt x="33481" y="955121"/>
                </a:lnTo>
                <a:lnTo>
                  <a:pt x="48213" y="996928"/>
                </a:lnTo>
                <a:lnTo>
                  <a:pt x="65623" y="1038001"/>
                </a:lnTo>
                <a:lnTo>
                  <a:pt x="85712" y="1078216"/>
                </a:lnTo>
                <a:lnTo>
                  <a:pt x="108480" y="1117451"/>
                </a:lnTo>
                <a:lnTo>
                  <a:pt x="133926" y="1155584"/>
                </a:lnTo>
                <a:lnTo>
                  <a:pt x="162050" y="1192492"/>
                </a:lnTo>
                <a:lnTo>
                  <a:pt x="192853" y="1228053"/>
                </a:lnTo>
                <a:lnTo>
                  <a:pt x="226334" y="1262144"/>
                </a:lnTo>
                <a:lnTo>
                  <a:pt x="261966" y="1294178"/>
                </a:lnTo>
                <a:lnTo>
                  <a:pt x="299134" y="1323650"/>
                </a:lnTo>
                <a:lnTo>
                  <a:pt x="337710" y="1350558"/>
                </a:lnTo>
                <a:lnTo>
                  <a:pt x="377566" y="1374904"/>
                </a:lnTo>
                <a:lnTo>
                  <a:pt x="418575" y="1396687"/>
                </a:lnTo>
                <a:lnTo>
                  <a:pt x="460607" y="1415907"/>
                </a:lnTo>
                <a:lnTo>
                  <a:pt x="503536" y="1432565"/>
                </a:lnTo>
                <a:lnTo>
                  <a:pt x="547232" y="1446660"/>
                </a:lnTo>
                <a:lnTo>
                  <a:pt x="591569" y="1458192"/>
                </a:lnTo>
                <a:lnTo>
                  <a:pt x="636418" y="1467162"/>
                </a:lnTo>
                <a:lnTo>
                  <a:pt x="681651" y="1473569"/>
                </a:lnTo>
                <a:lnTo>
                  <a:pt x="727140" y="1477413"/>
                </a:lnTo>
                <a:lnTo>
                  <a:pt x="772757" y="1478694"/>
                </a:lnTo>
                <a:lnTo>
                  <a:pt x="818374" y="1477413"/>
                </a:lnTo>
                <a:lnTo>
                  <a:pt x="863863" y="1473569"/>
                </a:lnTo>
                <a:lnTo>
                  <a:pt x="909096" y="1467162"/>
                </a:lnTo>
                <a:lnTo>
                  <a:pt x="953944" y="1458192"/>
                </a:lnTo>
                <a:lnTo>
                  <a:pt x="998281" y="1446660"/>
                </a:lnTo>
                <a:lnTo>
                  <a:pt x="1041978" y="1432565"/>
                </a:lnTo>
                <a:lnTo>
                  <a:pt x="1084906" y="1415907"/>
                </a:lnTo>
                <a:lnTo>
                  <a:pt x="1126939" y="1396687"/>
                </a:lnTo>
                <a:lnTo>
                  <a:pt x="1167947" y="1374904"/>
                </a:lnTo>
                <a:lnTo>
                  <a:pt x="1207803" y="1350558"/>
                </a:lnTo>
                <a:lnTo>
                  <a:pt x="1246379" y="1323650"/>
                </a:lnTo>
                <a:lnTo>
                  <a:pt x="1283547" y="1294178"/>
                </a:lnTo>
                <a:lnTo>
                  <a:pt x="1319178" y="1262144"/>
                </a:lnTo>
                <a:lnTo>
                  <a:pt x="1352660" y="1228053"/>
                </a:lnTo>
                <a:lnTo>
                  <a:pt x="1383463" y="1192492"/>
                </a:lnTo>
                <a:lnTo>
                  <a:pt x="1411587" y="1155584"/>
                </a:lnTo>
                <a:lnTo>
                  <a:pt x="1437033" y="1117451"/>
                </a:lnTo>
                <a:lnTo>
                  <a:pt x="1459801" y="1078216"/>
                </a:lnTo>
                <a:lnTo>
                  <a:pt x="1479890" y="1038001"/>
                </a:lnTo>
                <a:lnTo>
                  <a:pt x="1497300" y="996928"/>
                </a:lnTo>
                <a:lnTo>
                  <a:pt x="1512032" y="955121"/>
                </a:lnTo>
                <a:lnTo>
                  <a:pt x="1524085" y="912701"/>
                </a:lnTo>
                <a:lnTo>
                  <a:pt x="1533460" y="869791"/>
                </a:lnTo>
                <a:lnTo>
                  <a:pt x="1540156" y="826514"/>
                </a:lnTo>
                <a:lnTo>
                  <a:pt x="1544174" y="782992"/>
                </a:lnTo>
                <a:lnTo>
                  <a:pt x="1545513" y="739347"/>
                </a:lnTo>
                <a:lnTo>
                  <a:pt x="1544174" y="695702"/>
                </a:lnTo>
                <a:lnTo>
                  <a:pt x="1540156" y="652180"/>
                </a:lnTo>
                <a:lnTo>
                  <a:pt x="1533460" y="608903"/>
                </a:lnTo>
                <a:lnTo>
                  <a:pt x="1524085" y="565993"/>
                </a:lnTo>
                <a:lnTo>
                  <a:pt x="1512032" y="523573"/>
                </a:lnTo>
                <a:lnTo>
                  <a:pt x="1497300" y="481766"/>
                </a:lnTo>
                <a:lnTo>
                  <a:pt x="1479890" y="440693"/>
                </a:lnTo>
                <a:lnTo>
                  <a:pt x="1459801" y="400478"/>
                </a:lnTo>
                <a:lnTo>
                  <a:pt x="1437033" y="361243"/>
                </a:lnTo>
                <a:lnTo>
                  <a:pt x="1411587" y="323110"/>
                </a:lnTo>
                <a:lnTo>
                  <a:pt x="1383463" y="286201"/>
                </a:lnTo>
                <a:lnTo>
                  <a:pt x="1352660" y="250641"/>
                </a:lnTo>
                <a:lnTo>
                  <a:pt x="1319178" y="216549"/>
                </a:lnTo>
                <a:lnTo>
                  <a:pt x="1283547" y="184515"/>
                </a:lnTo>
                <a:lnTo>
                  <a:pt x="1246379" y="155044"/>
                </a:lnTo>
                <a:lnTo>
                  <a:pt x="1207803" y="128136"/>
                </a:lnTo>
                <a:lnTo>
                  <a:pt x="1167947" y="103790"/>
                </a:lnTo>
                <a:lnTo>
                  <a:pt x="1126939" y="82007"/>
                </a:lnTo>
                <a:lnTo>
                  <a:pt x="1084906" y="62786"/>
                </a:lnTo>
                <a:lnTo>
                  <a:pt x="1041978" y="46128"/>
                </a:lnTo>
                <a:lnTo>
                  <a:pt x="998281" y="32034"/>
                </a:lnTo>
                <a:lnTo>
                  <a:pt x="953944" y="20501"/>
                </a:lnTo>
                <a:lnTo>
                  <a:pt x="909096" y="11532"/>
                </a:lnTo>
                <a:lnTo>
                  <a:pt x="863863" y="5125"/>
                </a:lnTo>
                <a:lnTo>
                  <a:pt x="818374" y="1281"/>
                </a:lnTo>
                <a:lnTo>
                  <a:pt x="772757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56084" y="882417"/>
            <a:ext cx="1545590" cy="1478915"/>
          </a:xfrm>
          <a:custGeom>
            <a:avLst/>
            <a:gdLst/>
            <a:ahLst/>
            <a:cxnLst/>
            <a:rect l="l" t="t" r="r" b="b"/>
            <a:pathLst>
              <a:path w="1545589" h="1478914">
                <a:moveTo>
                  <a:pt x="1319178" y="216549"/>
                </a:moveTo>
                <a:lnTo>
                  <a:pt x="1352659" y="250640"/>
                </a:lnTo>
                <a:lnTo>
                  <a:pt x="1383462" y="286201"/>
                </a:lnTo>
                <a:lnTo>
                  <a:pt x="1411587" y="323109"/>
                </a:lnTo>
                <a:lnTo>
                  <a:pt x="1437033" y="361242"/>
                </a:lnTo>
                <a:lnTo>
                  <a:pt x="1459801" y="400478"/>
                </a:lnTo>
                <a:lnTo>
                  <a:pt x="1479890" y="440693"/>
                </a:lnTo>
                <a:lnTo>
                  <a:pt x="1497300" y="481765"/>
                </a:lnTo>
                <a:lnTo>
                  <a:pt x="1512032" y="523573"/>
                </a:lnTo>
                <a:lnTo>
                  <a:pt x="1524085" y="565993"/>
                </a:lnTo>
                <a:lnTo>
                  <a:pt x="1533460" y="608902"/>
                </a:lnTo>
                <a:lnTo>
                  <a:pt x="1540157" y="652180"/>
                </a:lnTo>
                <a:lnTo>
                  <a:pt x="1544174" y="695702"/>
                </a:lnTo>
                <a:lnTo>
                  <a:pt x="1545514" y="739347"/>
                </a:lnTo>
                <a:lnTo>
                  <a:pt x="1544174" y="782991"/>
                </a:lnTo>
                <a:lnTo>
                  <a:pt x="1540157" y="826513"/>
                </a:lnTo>
                <a:lnTo>
                  <a:pt x="1533460" y="869791"/>
                </a:lnTo>
                <a:lnTo>
                  <a:pt x="1524085" y="912700"/>
                </a:lnTo>
                <a:lnTo>
                  <a:pt x="1512032" y="955120"/>
                </a:lnTo>
                <a:lnTo>
                  <a:pt x="1497300" y="996928"/>
                </a:lnTo>
                <a:lnTo>
                  <a:pt x="1479890" y="1038000"/>
                </a:lnTo>
                <a:lnTo>
                  <a:pt x="1459801" y="1078215"/>
                </a:lnTo>
                <a:lnTo>
                  <a:pt x="1437033" y="1117451"/>
                </a:lnTo>
                <a:lnTo>
                  <a:pt x="1411587" y="1155584"/>
                </a:lnTo>
                <a:lnTo>
                  <a:pt x="1383462" y="1192492"/>
                </a:lnTo>
                <a:lnTo>
                  <a:pt x="1352659" y="1228053"/>
                </a:lnTo>
                <a:lnTo>
                  <a:pt x="1319178" y="1262144"/>
                </a:lnTo>
                <a:lnTo>
                  <a:pt x="1283546" y="1294178"/>
                </a:lnTo>
                <a:lnTo>
                  <a:pt x="1246378" y="1323649"/>
                </a:lnTo>
                <a:lnTo>
                  <a:pt x="1207803" y="1350558"/>
                </a:lnTo>
                <a:lnTo>
                  <a:pt x="1167946" y="1374903"/>
                </a:lnTo>
                <a:lnTo>
                  <a:pt x="1126938" y="1396686"/>
                </a:lnTo>
                <a:lnTo>
                  <a:pt x="1084906" y="1415907"/>
                </a:lnTo>
                <a:lnTo>
                  <a:pt x="1041977" y="1432564"/>
                </a:lnTo>
                <a:lnTo>
                  <a:pt x="998281" y="1446659"/>
                </a:lnTo>
                <a:lnTo>
                  <a:pt x="953944" y="1458192"/>
                </a:lnTo>
                <a:lnTo>
                  <a:pt x="909095" y="1467161"/>
                </a:lnTo>
                <a:lnTo>
                  <a:pt x="863862" y="1473568"/>
                </a:lnTo>
                <a:lnTo>
                  <a:pt x="818373" y="1477412"/>
                </a:lnTo>
                <a:lnTo>
                  <a:pt x="772756" y="1478693"/>
                </a:lnTo>
                <a:lnTo>
                  <a:pt x="727140" y="1477412"/>
                </a:lnTo>
                <a:lnTo>
                  <a:pt x="681651" y="1473568"/>
                </a:lnTo>
                <a:lnTo>
                  <a:pt x="636418" y="1467161"/>
                </a:lnTo>
                <a:lnTo>
                  <a:pt x="591569" y="1458192"/>
                </a:lnTo>
                <a:lnTo>
                  <a:pt x="547232" y="1446659"/>
                </a:lnTo>
                <a:lnTo>
                  <a:pt x="503536" y="1432564"/>
                </a:lnTo>
                <a:lnTo>
                  <a:pt x="460607" y="1415907"/>
                </a:lnTo>
                <a:lnTo>
                  <a:pt x="418575" y="1396686"/>
                </a:lnTo>
                <a:lnTo>
                  <a:pt x="377566" y="1374903"/>
                </a:lnTo>
                <a:lnTo>
                  <a:pt x="337710" y="1350558"/>
                </a:lnTo>
                <a:lnTo>
                  <a:pt x="299134" y="1323649"/>
                </a:lnTo>
                <a:lnTo>
                  <a:pt x="261966" y="1294178"/>
                </a:lnTo>
                <a:lnTo>
                  <a:pt x="226335" y="1262144"/>
                </a:lnTo>
                <a:lnTo>
                  <a:pt x="192853" y="1228053"/>
                </a:lnTo>
                <a:lnTo>
                  <a:pt x="162050" y="1192492"/>
                </a:lnTo>
                <a:lnTo>
                  <a:pt x="133926" y="1155584"/>
                </a:lnTo>
                <a:lnTo>
                  <a:pt x="108480" y="1117451"/>
                </a:lnTo>
                <a:lnTo>
                  <a:pt x="85712" y="1078215"/>
                </a:lnTo>
                <a:lnTo>
                  <a:pt x="65623" y="1038000"/>
                </a:lnTo>
                <a:lnTo>
                  <a:pt x="48213" y="996928"/>
                </a:lnTo>
                <a:lnTo>
                  <a:pt x="33481" y="955120"/>
                </a:lnTo>
                <a:lnTo>
                  <a:pt x="21428" y="912700"/>
                </a:lnTo>
                <a:lnTo>
                  <a:pt x="12053" y="869791"/>
                </a:lnTo>
                <a:lnTo>
                  <a:pt x="5357" y="826513"/>
                </a:lnTo>
                <a:lnTo>
                  <a:pt x="1339" y="782991"/>
                </a:lnTo>
                <a:lnTo>
                  <a:pt x="0" y="739347"/>
                </a:lnTo>
                <a:lnTo>
                  <a:pt x="1339" y="695702"/>
                </a:lnTo>
                <a:lnTo>
                  <a:pt x="5357" y="652180"/>
                </a:lnTo>
                <a:lnTo>
                  <a:pt x="12053" y="608902"/>
                </a:lnTo>
                <a:lnTo>
                  <a:pt x="21428" y="565993"/>
                </a:lnTo>
                <a:lnTo>
                  <a:pt x="33481" y="523573"/>
                </a:lnTo>
                <a:lnTo>
                  <a:pt x="48213" y="481765"/>
                </a:lnTo>
                <a:lnTo>
                  <a:pt x="65623" y="440693"/>
                </a:lnTo>
                <a:lnTo>
                  <a:pt x="85712" y="400478"/>
                </a:lnTo>
                <a:lnTo>
                  <a:pt x="108480" y="361242"/>
                </a:lnTo>
                <a:lnTo>
                  <a:pt x="133926" y="323109"/>
                </a:lnTo>
                <a:lnTo>
                  <a:pt x="162050" y="286201"/>
                </a:lnTo>
                <a:lnTo>
                  <a:pt x="192853" y="250640"/>
                </a:lnTo>
                <a:lnTo>
                  <a:pt x="226335" y="216549"/>
                </a:lnTo>
                <a:lnTo>
                  <a:pt x="261966" y="184515"/>
                </a:lnTo>
                <a:lnTo>
                  <a:pt x="299134" y="155044"/>
                </a:lnTo>
                <a:lnTo>
                  <a:pt x="337710" y="128135"/>
                </a:lnTo>
                <a:lnTo>
                  <a:pt x="377566" y="103790"/>
                </a:lnTo>
                <a:lnTo>
                  <a:pt x="418575" y="82006"/>
                </a:lnTo>
                <a:lnTo>
                  <a:pt x="460607" y="62786"/>
                </a:lnTo>
                <a:lnTo>
                  <a:pt x="503536" y="46128"/>
                </a:lnTo>
                <a:lnTo>
                  <a:pt x="547232" y="32033"/>
                </a:lnTo>
                <a:lnTo>
                  <a:pt x="591569" y="20501"/>
                </a:lnTo>
                <a:lnTo>
                  <a:pt x="636418" y="11532"/>
                </a:lnTo>
                <a:lnTo>
                  <a:pt x="681651" y="5125"/>
                </a:lnTo>
                <a:lnTo>
                  <a:pt x="727140" y="1281"/>
                </a:lnTo>
                <a:lnTo>
                  <a:pt x="772756" y="0"/>
                </a:lnTo>
                <a:lnTo>
                  <a:pt x="818373" y="1281"/>
                </a:lnTo>
                <a:lnTo>
                  <a:pt x="863862" y="5125"/>
                </a:lnTo>
                <a:lnTo>
                  <a:pt x="909095" y="11532"/>
                </a:lnTo>
                <a:lnTo>
                  <a:pt x="953944" y="20501"/>
                </a:lnTo>
                <a:lnTo>
                  <a:pt x="998281" y="32033"/>
                </a:lnTo>
                <a:lnTo>
                  <a:pt x="1041977" y="46128"/>
                </a:lnTo>
                <a:lnTo>
                  <a:pt x="1084906" y="62786"/>
                </a:lnTo>
                <a:lnTo>
                  <a:pt x="1126938" y="82006"/>
                </a:lnTo>
                <a:lnTo>
                  <a:pt x="1167946" y="103790"/>
                </a:lnTo>
                <a:lnTo>
                  <a:pt x="1207803" y="128135"/>
                </a:lnTo>
                <a:lnTo>
                  <a:pt x="1246378" y="155044"/>
                </a:lnTo>
                <a:lnTo>
                  <a:pt x="1283546" y="184515"/>
                </a:lnTo>
                <a:lnTo>
                  <a:pt x="1319178" y="216549"/>
                </a:lnTo>
                <a:close/>
              </a:path>
            </a:pathLst>
          </a:custGeom>
          <a:ln w="152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81200" y="1282700"/>
            <a:ext cx="3079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4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54125" marR="5080">
              <a:lnSpc>
                <a:spcPts val="2800"/>
              </a:lnSpc>
              <a:spcBef>
                <a:spcPts val="260"/>
              </a:spcBef>
            </a:pPr>
            <a:r>
              <a:rPr dirty="0"/>
              <a:t>Propose and develop </a:t>
            </a:r>
            <a:r>
              <a:rPr spc="-5" dirty="0"/>
              <a:t>Malton, </a:t>
            </a:r>
            <a:r>
              <a:rPr dirty="0"/>
              <a:t>a novel on-device</a:t>
            </a:r>
            <a:r>
              <a:rPr spc="-70" dirty="0"/>
              <a:t> </a:t>
            </a:r>
            <a:r>
              <a:rPr dirty="0"/>
              <a:t>non-  invasive analysis </a:t>
            </a:r>
            <a:r>
              <a:rPr spc="-5" dirty="0"/>
              <a:t>tool for</a:t>
            </a:r>
            <a:r>
              <a:rPr spc="-145" dirty="0"/>
              <a:t> </a:t>
            </a:r>
            <a:r>
              <a:rPr spc="-80" dirty="0"/>
              <a:t>ART.</a:t>
            </a:r>
          </a:p>
        </p:txBody>
      </p:sp>
      <p:sp>
        <p:nvSpPr>
          <p:cNvPr id="9" name="object 9"/>
          <p:cNvSpPr/>
          <p:nvPr/>
        </p:nvSpPr>
        <p:spPr>
          <a:xfrm>
            <a:off x="2347040" y="2890051"/>
            <a:ext cx="8087359" cy="1243965"/>
          </a:xfrm>
          <a:custGeom>
            <a:avLst/>
            <a:gdLst/>
            <a:ahLst/>
            <a:cxnLst/>
            <a:rect l="l" t="t" r="r" b="b"/>
            <a:pathLst>
              <a:path w="8087359" h="1243964">
                <a:moveTo>
                  <a:pt x="0" y="0"/>
                </a:moveTo>
                <a:lnTo>
                  <a:pt x="8086937" y="0"/>
                </a:lnTo>
                <a:lnTo>
                  <a:pt x="8086937" y="1243552"/>
                </a:lnTo>
                <a:lnTo>
                  <a:pt x="0" y="1243552"/>
                </a:lnTo>
                <a:lnTo>
                  <a:pt x="0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56083" y="2772481"/>
            <a:ext cx="1545590" cy="1478915"/>
          </a:xfrm>
          <a:custGeom>
            <a:avLst/>
            <a:gdLst/>
            <a:ahLst/>
            <a:cxnLst/>
            <a:rect l="l" t="t" r="r" b="b"/>
            <a:pathLst>
              <a:path w="1545589" h="1478914">
                <a:moveTo>
                  <a:pt x="772757" y="0"/>
                </a:moveTo>
                <a:lnTo>
                  <a:pt x="727140" y="1281"/>
                </a:lnTo>
                <a:lnTo>
                  <a:pt x="681651" y="5125"/>
                </a:lnTo>
                <a:lnTo>
                  <a:pt x="636418" y="11532"/>
                </a:lnTo>
                <a:lnTo>
                  <a:pt x="591569" y="20501"/>
                </a:lnTo>
                <a:lnTo>
                  <a:pt x="547232" y="32033"/>
                </a:lnTo>
                <a:lnTo>
                  <a:pt x="503536" y="46128"/>
                </a:lnTo>
                <a:lnTo>
                  <a:pt x="460607" y="62786"/>
                </a:lnTo>
                <a:lnTo>
                  <a:pt x="418575" y="82006"/>
                </a:lnTo>
                <a:lnTo>
                  <a:pt x="377566" y="103789"/>
                </a:lnTo>
                <a:lnTo>
                  <a:pt x="337710" y="128135"/>
                </a:lnTo>
                <a:lnTo>
                  <a:pt x="299134" y="155043"/>
                </a:lnTo>
                <a:lnTo>
                  <a:pt x="261966" y="184515"/>
                </a:lnTo>
                <a:lnTo>
                  <a:pt x="226334" y="216548"/>
                </a:lnTo>
                <a:lnTo>
                  <a:pt x="192853" y="250640"/>
                </a:lnTo>
                <a:lnTo>
                  <a:pt x="162050" y="286200"/>
                </a:lnTo>
                <a:lnTo>
                  <a:pt x="133926" y="323109"/>
                </a:lnTo>
                <a:lnTo>
                  <a:pt x="108480" y="361242"/>
                </a:lnTo>
                <a:lnTo>
                  <a:pt x="85712" y="400477"/>
                </a:lnTo>
                <a:lnTo>
                  <a:pt x="65623" y="440692"/>
                </a:lnTo>
                <a:lnTo>
                  <a:pt x="48213" y="481765"/>
                </a:lnTo>
                <a:lnTo>
                  <a:pt x="33481" y="523572"/>
                </a:lnTo>
                <a:lnTo>
                  <a:pt x="21428" y="565992"/>
                </a:lnTo>
                <a:lnTo>
                  <a:pt x="12053" y="608902"/>
                </a:lnTo>
                <a:lnTo>
                  <a:pt x="5357" y="652179"/>
                </a:lnTo>
                <a:lnTo>
                  <a:pt x="1339" y="695701"/>
                </a:lnTo>
                <a:lnTo>
                  <a:pt x="0" y="739346"/>
                </a:lnTo>
                <a:lnTo>
                  <a:pt x="1339" y="782991"/>
                </a:lnTo>
                <a:lnTo>
                  <a:pt x="5357" y="826513"/>
                </a:lnTo>
                <a:lnTo>
                  <a:pt x="12053" y="869790"/>
                </a:lnTo>
                <a:lnTo>
                  <a:pt x="21428" y="912700"/>
                </a:lnTo>
                <a:lnTo>
                  <a:pt x="33481" y="955120"/>
                </a:lnTo>
                <a:lnTo>
                  <a:pt x="48213" y="996927"/>
                </a:lnTo>
                <a:lnTo>
                  <a:pt x="65623" y="1038000"/>
                </a:lnTo>
                <a:lnTo>
                  <a:pt x="85712" y="1078215"/>
                </a:lnTo>
                <a:lnTo>
                  <a:pt x="108480" y="1117450"/>
                </a:lnTo>
                <a:lnTo>
                  <a:pt x="133926" y="1155583"/>
                </a:lnTo>
                <a:lnTo>
                  <a:pt x="162050" y="1192491"/>
                </a:lnTo>
                <a:lnTo>
                  <a:pt x="192853" y="1228052"/>
                </a:lnTo>
                <a:lnTo>
                  <a:pt x="226334" y="1262143"/>
                </a:lnTo>
                <a:lnTo>
                  <a:pt x="261966" y="1294177"/>
                </a:lnTo>
                <a:lnTo>
                  <a:pt x="299134" y="1323649"/>
                </a:lnTo>
                <a:lnTo>
                  <a:pt x="337710" y="1350557"/>
                </a:lnTo>
                <a:lnTo>
                  <a:pt x="377566" y="1374903"/>
                </a:lnTo>
                <a:lnTo>
                  <a:pt x="418575" y="1396686"/>
                </a:lnTo>
                <a:lnTo>
                  <a:pt x="460607" y="1415907"/>
                </a:lnTo>
                <a:lnTo>
                  <a:pt x="503536" y="1432564"/>
                </a:lnTo>
                <a:lnTo>
                  <a:pt x="547232" y="1446659"/>
                </a:lnTo>
                <a:lnTo>
                  <a:pt x="591569" y="1458191"/>
                </a:lnTo>
                <a:lnTo>
                  <a:pt x="636418" y="1467161"/>
                </a:lnTo>
                <a:lnTo>
                  <a:pt x="681651" y="1473568"/>
                </a:lnTo>
                <a:lnTo>
                  <a:pt x="727140" y="1477412"/>
                </a:lnTo>
                <a:lnTo>
                  <a:pt x="772757" y="1478693"/>
                </a:lnTo>
                <a:lnTo>
                  <a:pt x="818374" y="1477412"/>
                </a:lnTo>
                <a:lnTo>
                  <a:pt x="863863" y="1473568"/>
                </a:lnTo>
                <a:lnTo>
                  <a:pt x="909096" y="1467161"/>
                </a:lnTo>
                <a:lnTo>
                  <a:pt x="953944" y="1458191"/>
                </a:lnTo>
                <a:lnTo>
                  <a:pt x="998281" y="1446659"/>
                </a:lnTo>
                <a:lnTo>
                  <a:pt x="1041978" y="1432564"/>
                </a:lnTo>
                <a:lnTo>
                  <a:pt x="1084906" y="1415907"/>
                </a:lnTo>
                <a:lnTo>
                  <a:pt x="1126939" y="1396686"/>
                </a:lnTo>
                <a:lnTo>
                  <a:pt x="1167947" y="1374903"/>
                </a:lnTo>
                <a:lnTo>
                  <a:pt x="1207803" y="1350557"/>
                </a:lnTo>
                <a:lnTo>
                  <a:pt x="1246379" y="1323649"/>
                </a:lnTo>
                <a:lnTo>
                  <a:pt x="1283547" y="1294177"/>
                </a:lnTo>
                <a:lnTo>
                  <a:pt x="1319178" y="1262143"/>
                </a:lnTo>
                <a:lnTo>
                  <a:pt x="1352660" y="1228052"/>
                </a:lnTo>
                <a:lnTo>
                  <a:pt x="1383463" y="1192491"/>
                </a:lnTo>
                <a:lnTo>
                  <a:pt x="1411587" y="1155583"/>
                </a:lnTo>
                <a:lnTo>
                  <a:pt x="1437033" y="1117450"/>
                </a:lnTo>
                <a:lnTo>
                  <a:pt x="1459801" y="1078215"/>
                </a:lnTo>
                <a:lnTo>
                  <a:pt x="1479890" y="1038000"/>
                </a:lnTo>
                <a:lnTo>
                  <a:pt x="1497300" y="996927"/>
                </a:lnTo>
                <a:lnTo>
                  <a:pt x="1512032" y="955120"/>
                </a:lnTo>
                <a:lnTo>
                  <a:pt x="1524085" y="912700"/>
                </a:lnTo>
                <a:lnTo>
                  <a:pt x="1533460" y="869790"/>
                </a:lnTo>
                <a:lnTo>
                  <a:pt x="1540156" y="826513"/>
                </a:lnTo>
                <a:lnTo>
                  <a:pt x="1544174" y="782991"/>
                </a:lnTo>
                <a:lnTo>
                  <a:pt x="1545513" y="739346"/>
                </a:lnTo>
                <a:lnTo>
                  <a:pt x="1544174" y="695701"/>
                </a:lnTo>
                <a:lnTo>
                  <a:pt x="1540156" y="652179"/>
                </a:lnTo>
                <a:lnTo>
                  <a:pt x="1533460" y="608902"/>
                </a:lnTo>
                <a:lnTo>
                  <a:pt x="1524085" y="565992"/>
                </a:lnTo>
                <a:lnTo>
                  <a:pt x="1512032" y="523572"/>
                </a:lnTo>
                <a:lnTo>
                  <a:pt x="1497300" y="481765"/>
                </a:lnTo>
                <a:lnTo>
                  <a:pt x="1479890" y="440692"/>
                </a:lnTo>
                <a:lnTo>
                  <a:pt x="1459801" y="400477"/>
                </a:lnTo>
                <a:lnTo>
                  <a:pt x="1437033" y="361242"/>
                </a:lnTo>
                <a:lnTo>
                  <a:pt x="1411587" y="323109"/>
                </a:lnTo>
                <a:lnTo>
                  <a:pt x="1383463" y="286200"/>
                </a:lnTo>
                <a:lnTo>
                  <a:pt x="1352660" y="250640"/>
                </a:lnTo>
                <a:lnTo>
                  <a:pt x="1319178" y="216548"/>
                </a:lnTo>
                <a:lnTo>
                  <a:pt x="1283547" y="184515"/>
                </a:lnTo>
                <a:lnTo>
                  <a:pt x="1246379" y="155043"/>
                </a:lnTo>
                <a:lnTo>
                  <a:pt x="1207803" y="128135"/>
                </a:lnTo>
                <a:lnTo>
                  <a:pt x="1167947" y="103789"/>
                </a:lnTo>
                <a:lnTo>
                  <a:pt x="1126939" y="82006"/>
                </a:lnTo>
                <a:lnTo>
                  <a:pt x="1084906" y="62786"/>
                </a:lnTo>
                <a:lnTo>
                  <a:pt x="1041978" y="46128"/>
                </a:lnTo>
                <a:lnTo>
                  <a:pt x="998281" y="32033"/>
                </a:lnTo>
                <a:lnTo>
                  <a:pt x="953944" y="20501"/>
                </a:lnTo>
                <a:lnTo>
                  <a:pt x="909096" y="11532"/>
                </a:lnTo>
                <a:lnTo>
                  <a:pt x="863863" y="5125"/>
                </a:lnTo>
                <a:lnTo>
                  <a:pt x="818374" y="1281"/>
                </a:lnTo>
                <a:lnTo>
                  <a:pt x="772757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56084" y="2772481"/>
            <a:ext cx="1545590" cy="1478915"/>
          </a:xfrm>
          <a:custGeom>
            <a:avLst/>
            <a:gdLst/>
            <a:ahLst/>
            <a:cxnLst/>
            <a:rect l="l" t="t" r="r" b="b"/>
            <a:pathLst>
              <a:path w="1545589" h="1478914">
                <a:moveTo>
                  <a:pt x="1319178" y="216549"/>
                </a:moveTo>
                <a:lnTo>
                  <a:pt x="1352659" y="250640"/>
                </a:lnTo>
                <a:lnTo>
                  <a:pt x="1383462" y="286201"/>
                </a:lnTo>
                <a:lnTo>
                  <a:pt x="1411587" y="323109"/>
                </a:lnTo>
                <a:lnTo>
                  <a:pt x="1437033" y="361242"/>
                </a:lnTo>
                <a:lnTo>
                  <a:pt x="1459801" y="400478"/>
                </a:lnTo>
                <a:lnTo>
                  <a:pt x="1479890" y="440693"/>
                </a:lnTo>
                <a:lnTo>
                  <a:pt x="1497300" y="481765"/>
                </a:lnTo>
                <a:lnTo>
                  <a:pt x="1512032" y="523573"/>
                </a:lnTo>
                <a:lnTo>
                  <a:pt x="1524085" y="565993"/>
                </a:lnTo>
                <a:lnTo>
                  <a:pt x="1533460" y="608902"/>
                </a:lnTo>
                <a:lnTo>
                  <a:pt x="1540157" y="652180"/>
                </a:lnTo>
                <a:lnTo>
                  <a:pt x="1544174" y="695702"/>
                </a:lnTo>
                <a:lnTo>
                  <a:pt x="1545514" y="739347"/>
                </a:lnTo>
                <a:lnTo>
                  <a:pt x="1544174" y="782991"/>
                </a:lnTo>
                <a:lnTo>
                  <a:pt x="1540157" y="826513"/>
                </a:lnTo>
                <a:lnTo>
                  <a:pt x="1533460" y="869791"/>
                </a:lnTo>
                <a:lnTo>
                  <a:pt x="1524085" y="912700"/>
                </a:lnTo>
                <a:lnTo>
                  <a:pt x="1512032" y="955120"/>
                </a:lnTo>
                <a:lnTo>
                  <a:pt x="1497300" y="996928"/>
                </a:lnTo>
                <a:lnTo>
                  <a:pt x="1479890" y="1038000"/>
                </a:lnTo>
                <a:lnTo>
                  <a:pt x="1459801" y="1078215"/>
                </a:lnTo>
                <a:lnTo>
                  <a:pt x="1437033" y="1117451"/>
                </a:lnTo>
                <a:lnTo>
                  <a:pt x="1411587" y="1155584"/>
                </a:lnTo>
                <a:lnTo>
                  <a:pt x="1383462" y="1192492"/>
                </a:lnTo>
                <a:lnTo>
                  <a:pt x="1352659" y="1228053"/>
                </a:lnTo>
                <a:lnTo>
                  <a:pt x="1319178" y="1262144"/>
                </a:lnTo>
                <a:lnTo>
                  <a:pt x="1283546" y="1294178"/>
                </a:lnTo>
                <a:lnTo>
                  <a:pt x="1246378" y="1323649"/>
                </a:lnTo>
                <a:lnTo>
                  <a:pt x="1207803" y="1350558"/>
                </a:lnTo>
                <a:lnTo>
                  <a:pt x="1167946" y="1374903"/>
                </a:lnTo>
                <a:lnTo>
                  <a:pt x="1126938" y="1396686"/>
                </a:lnTo>
                <a:lnTo>
                  <a:pt x="1084906" y="1415907"/>
                </a:lnTo>
                <a:lnTo>
                  <a:pt x="1041977" y="1432564"/>
                </a:lnTo>
                <a:lnTo>
                  <a:pt x="998281" y="1446659"/>
                </a:lnTo>
                <a:lnTo>
                  <a:pt x="953944" y="1458192"/>
                </a:lnTo>
                <a:lnTo>
                  <a:pt x="909095" y="1467161"/>
                </a:lnTo>
                <a:lnTo>
                  <a:pt x="863862" y="1473568"/>
                </a:lnTo>
                <a:lnTo>
                  <a:pt x="818373" y="1477412"/>
                </a:lnTo>
                <a:lnTo>
                  <a:pt x="772756" y="1478693"/>
                </a:lnTo>
                <a:lnTo>
                  <a:pt x="727140" y="1477412"/>
                </a:lnTo>
                <a:lnTo>
                  <a:pt x="681651" y="1473568"/>
                </a:lnTo>
                <a:lnTo>
                  <a:pt x="636418" y="1467161"/>
                </a:lnTo>
                <a:lnTo>
                  <a:pt x="591569" y="1458192"/>
                </a:lnTo>
                <a:lnTo>
                  <a:pt x="547232" y="1446659"/>
                </a:lnTo>
                <a:lnTo>
                  <a:pt x="503536" y="1432564"/>
                </a:lnTo>
                <a:lnTo>
                  <a:pt x="460607" y="1415907"/>
                </a:lnTo>
                <a:lnTo>
                  <a:pt x="418575" y="1396686"/>
                </a:lnTo>
                <a:lnTo>
                  <a:pt x="377566" y="1374903"/>
                </a:lnTo>
                <a:lnTo>
                  <a:pt x="337710" y="1350558"/>
                </a:lnTo>
                <a:lnTo>
                  <a:pt x="299134" y="1323649"/>
                </a:lnTo>
                <a:lnTo>
                  <a:pt x="261966" y="1294178"/>
                </a:lnTo>
                <a:lnTo>
                  <a:pt x="226335" y="1262144"/>
                </a:lnTo>
                <a:lnTo>
                  <a:pt x="192853" y="1228053"/>
                </a:lnTo>
                <a:lnTo>
                  <a:pt x="162050" y="1192492"/>
                </a:lnTo>
                <a:lnTo>
                  <a:pt x="133926" y="1155584"/>
                </a:lnTo>
                <a:lnTo>
                  <a:pt x="108480" y="1117451"/>
                </a:lnTo>
                <a:lnTo>
                  <a:pt x="85712" y="1078215"/>
                </a:lnTo>
                <a:lnTo>
                  <a:pt x="65623" y="1038000"/>
                </a:lnTo>
                <a:lnTo>
                  <a:pt x="48213" y="996928"/>
                </a:lnTo>
                <a:lnTo>
                  <a:pt x="33481" y="955120"/>
                </a:lnTo>
                <a:lnTo>
                  <a:pt x="21428" y="912700"/>
                </a:lnTo>
                <a:lnTo>
                  <a:pt x="12053" y="869791"/>
                </a:lnTo>
                <a:lnTo>
                  <a:pt x="5357" y="826513"/>
                </a:lnTo>
                <a:lnTo>
                  <a:pt x="1339" y="782991"/>
                </a:lnTo>
                <a:lnTo>
                  <a:pt x="0" y="739347"/>
                </a:lnTo>
                <a:lnTo>
                  <a:pt x="1339" y="695702"/>
                </a:lnTo>
                <a:lnTo>
                  <a:pt x="5357" y="652180"/>
                </a:lnTo>
                <a:lnTo>
                  <a:pt x="12053" y="608902"/>
                </a:lnTo>
                <a:lnTo>
                  <a:pt x="21428" y="565993"/>
                </a:lnTo>
                <a:lnTo>
                  <a:pt x="33481" y="523573"/>
                </a:lnTo>
                <a:lnTo>
                  <a:pt x="48213" y="481765"/>
                </a:lnTo>
                <a:lnTo>
                  <a:pt x="65623" y="440693"/>
                </a:lnTo>
                <a:lnTo>
                  <a:pt x="85712" y="400478"/>
                </a:lnTo>
                <a:lnTo>
                  <a:pt x="108480" y="361242"/>
                </a:lnTo>
                <a:lnTo>
                  <a:pt x="133926" y="323109"/>
                </a:lnTo>
                <a:lnTo>
                  <a:pt x="162050" y="286201"/>
                </a:lnTo>
                <a:lnTo>
                  <a:pt x="192853" y="250640"/>
                </a:lnTo>
                <a:lnTo>
                  <a:pt x="226335" y="216549"/>
                </a:lnTo>
                <a:lnTo>
                  <a:pt x="261966" y="184515"/>
                </a:lnTo>
                <a:lnTo>
                  <a:pt x="299134" y="155044"/>
                </a:lnTo>
                <a:lnTo>
                  <a:pt x="337710" y="128135"/>
                </a:lnTo>
                <a:lnTo>
                  <a:pt x="377566" y="103790"/>
                </a:lnTo>
                <a:lnTo>
                  <a:pt x="418575" y="82006"/>
                </a:lnTo>
                <a:lnTo>
                  <a:pt x="460607" y="62786"/>
                </a:lnTo>
                <a:lnTo>
                  <a:pt x="503536" y="46128"/>
                </a:lnTo>
                <a:lnTo>
                  <a:pt x="547232" y="32033"/>
                </a:lnTo>
                <a:lnTo>
                  <a:pt x="591569" y="20501"/>
                </a:lnTo>
                <a:lnTo>
                  <a:pt x="636418" y="11532"/>
                </a:lnTo>
                <a:lnTo>
                  <a:pt x="681651" y="5125"/>
                </a:lnTo>
                <a:lnTo>
                  <a:pt x="727140" y="1281"/>
                </a:lnTo>
                <a:lnTo>
                  <a:pt x="772756" y="0"/>
                </a:lnTo>
                <a:lnTo>
                  <a:pt x="818373" y="1281"/>
                </a:lnTo>
                <a:lnTo>
                  <a:pt x="863862" y="5125"/>
                </a:lnTo>
                <a:lnTo>
                  <a:pt x="909095" y="11532"/>
                </a:lnTo>
                <a:lnTo>
                  <a:pt x="953944" y="20501"/>
                </a:lnTo>
                <a:lnTo>
                  <a:pt x="998281" y="32033"/>
                </a:lnTo>
                <a:lnTo>
                  <a:pt x="1041977" y="46128"/>
                </a:lnTo>
                <a:lnTo>
                  <a:pt x="1084906" y="62786"/>
                </a:lnTo>
                <a:lnTo>
                  <a:pt x="1126938" y="82006"/>
                </a:lnTo>
                <a:lnTo>
                  <a:pt x="1167946" y="103790"/>
                </a:lnTo>
                <a:lnTo>
                  <a:pt x="1207803" y="128135"/>
                </a:lnTo>
                <a:lnTo>
                  <a:pt x="1246378" y="155044"/>
                </a:lnTo>
                <a:lnTo>
                  <a:pt x="1283546" y="184515"/>
                </a:lnTo>
                <a:lnTo>
                  <a:pt x="1319178" y="216549"/>
                </a:lnTo>
                <a:close/>
              </a:path>
            </a:pathLst>
          </a:custGeom>
          <a:ln w="152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81200" y="3175000"/>
            <a:ext cx="3079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4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24200" y="2946400"/>
            <a:ext cx="6549390" cy="11023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Malton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can provide a comprehensive view of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Android malware behaviors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through multi-layer  tracking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path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exploration.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51261" y="4758481"/>
            <a:ext cx="8087359" cy="1241425"/>
          </a:xfrm>
          <a:custGeom>
            <a:avLst/>
            <a:gdLst/>
            <a:ahLst/>
            <a:cxnLst/>
            <a:rect l="l" t="t" r="r" b="b"/>
            <a:pathLst>
              <a:path w="8087359" h="1241425">
                <a:moveTo>
                  <a:pt x="0" y="0"/>
                </a:moveTo>
                <a:lnTo>
                  <a:pt x="8086935" y="0"/>
                </a:lnTo>
                <a:lnTo>
                  <a:pt x="8086935" y="1240853"/>
                </a:lnTo>
                <a:lnTo>
                  <a:pt x="0" y="1240853"/>
                </a:lnTo>
                <a:lnTo>
                  <a:pt x="0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60302" y="4662543"/>
            <a:ext cx="1545590" cy="1478915"/>
          </a:xfrm>
          <a:custGeom>
            <a:avLst/>
            <a:gdLst/>
            <a:ahLst/>
            <a:cxnLst/>
            <a:rect l="l" t="t" r="r" b="b"/>
            <a:pathLst>
              <a:path w="1545589" h="1478914">
                <a:moveTo>
                  <a:pt x="772757" y="0"/>
                </a:moveTo>
                <a:lnTo>
                  <a:pt x="727140" y="1281"/>
                </a:lnTo>
                <a:lnTo>
                  <a:pt x="681651" y="5125"/>
                </a:lnTo>
                <a:lnTo>
                  <a:pt x="636418" y="11532"/>
                </a:lnTo>
                <a:lnTo>
                  <a:pt x="591569" y="20501"/>
                </a:lnTo>
                <a:lnTo>
                  <a:pt x="547232" y="32034"/>
                </a:lnTo>
                <a:lnTo>
                  <a:pt x="503536" y="46128"/>
                </a:lnTo>
                <a:lnTo>
                  <a:pt x="460607" y="62786"/>
                </a:lnTo>
                <a:lnTo>
                  <a:pt x="418575" y="82007"/>
                </a:lnTo>
                <a:lnTo>
                  <a:pt x="377566" y="103790"/>
                </a:lnTo>
                <a:lnTo>
                  <a:pt x="337710" y="128136"/>
                </a:lnTo>
                <a:lnTo>
                  <a:pt x="299134" y="155044"/>
                </a:lnTo>
                <a:lnTo>
                  <a:pt x="261966" y="184515"/>
                </a:lnTo>
                <a:lnTo>
                  <a:pt x="226334" y="216549"/>
                </a:lnTo>
                <a:lnTo>
                  <a:pt x="192853" y="250641"/>
                </a:lnTo>
                <a:lnTo>
                  <a:pt x="162050" y="286201"/>
                </a:lnTo>
                <a:lnTo>
                  <a:pt x="133926" y="323110"/>
                </a:lnTo>
                <a:lnTo>
                  <a:pt x="108480" y="361243"/>
                </a:lnTo>
                <a:lnTo>
                  <a:pt x="85712" y="400478"/>
                </a:lnTo>
                <a:lnTo>
                  <a:pt x="65623" y="440693"/>
                </a:lnTo>
                <a:lnTo>
                  <a:pt x="48213" y="481766"/>
                </a:lnTo>
                <a:lnTo>
                  <a:pt x="33481" y="523573"/>
                </a:lnTo>
                <a:lnTo>
                  <a:pt x="21428" y="565993"/>
                </a:lnTo>
                <a:lnTo>
                  <a:pt x="12053" y="608903"/>
                </a:lnTo>
                <a:lnTo>
                  <a:pt x="5357" y="652180"/>
                </a:lnTo>
                <a:lnTo>
                  <a:pt x="1339" y="695702"/>
                </a:lnTo>
                <a:lnTo>
                  <a:pt x="0" y="739347"/>
                </a:lnTo>
                <a:lnTo>
                  <a:pt x="1339" y="782992"/>
                </a:lnTo>
                <a:lnTo>
                  <a:pt x="5357" y="826514"/>
                </a:lnTo>
                <a:lnTo>
                  <a:pt x="12053" y="869791"/>
                </a:lnTo>
                <a:lnTo>
                  <a:pt x="21428" y="912701"/>
                </a:lnTo>
                <a:lnTo>
                  <a:pt x="33481" y="955121"/>
                </a:lnTo>
                <a:lnTo>
                  <a:pt x="48213" y="996928"/>
                </a:lnTo>
                <a:lnTo>
                  <a:pt x="65623" y="1038001"/>
                </a:lnTo>
                <a:lnTo>
                  <a:pt x="85712" y="1078216"/>
                </a:lnTo>
                <a:lnTo>
                  <a:pt x="108480" y="1117451"/>
                </a:lnTo>
                <a:lnTo>
                  <a:pt x="133926" y="1155584"/>
                </a:lnTo>
                <a:lnTo>
                  <a:pt x="162050" y="1192492"/>
                </a:lnTo>
                <a:lnTo>
                  <a:pt x="192853" y="1228053"/>
                </a:lnTo>
                <a:lnTo>
                  <a:pt x="226334" y="1262144"/>
                </a:lnTo>
                <a:lnTo>
                  <a:pt x="261966" y="1294178"/>
                </a:lnTo>
                <a:lnTo>
                  <a:pt x="299134" y="1323649"/>
                </a:lnTo>
                <a:lnTo>
                  <a:pt x="337710" y="1350558"/>
                </a:lnTo>
                <a:lnTo>
                  <a:pt x="377566" y="1374904"/>
                </a:lnTo>
                <a:lnTo>
                  <a:pt x="418575" y="1396687"/>
                </a:lnTo>
                <a:lnTo>
                  <a:pt x="460607" y="1415907"/>
                </a:lnTo>
                <a:lnTo>
                  <a:pt x="503536" y="1432565"/>
                </a:lnTo>
                <a:lnTo>
                  <a:pt x="547232" y="1446660"/>
                </a:lnTo>
                <a:lnTo>
                  <a:pt x="591569" y="1458192"/>
                </a:lnTo>
                <a:lnTo>
                  <a:pt x="636418" y="1467162"/>
                </a:lnTo>
                <a:lnTo>
                  <a:pt x="681651" y="1473568"/>
                </a:lnTo>
                <a:lnTo>
                  <a:pt x="727140" y="1477413"/>
                </a:lnTo>
                <a:lnTo>
                  <a:pt x="772757" y="1478694"/>
                </a:lnTo>
                <a:lnTo>
                  <a:pt x="818374" y="1477413"/>
                </a:lnTo>
                <a:lnTo>
                  <a:pt x="863863" y="1473568"/>
                </a:lnTo>
                <a:lnTo>
                  <a:pt x="909096" y="1467162"/>
                </a:lnTo>
                <a:lnTo>
                  <a:pt x="953944" y="1458192"/>
                </a:lnTo>
                <a:lnTo>
                  <a:pt x="998281" y="1446660"/>
                </a:lnTo>
                <a:lnTo>
                  <a:pt x="1041978" y="1432565"/>
                </a:lnTo>
                <a:lnTo>
                  <a:pt x="1084906" y="1415907"/>
                </a:lnTo>
                <a:lnTo>
                  <a:pt x="1126939" y="1396687"/>
                </a:lnTo>
                <a:lnTo>
                  <a:pt x="1167947" y="1374904"/>
                </a:lnTo>
                <a:lnTo>
                  <a:pt x="1207803" y="1350558"/>
                </a:lnTo>
                <a:lnTo>
                  <a:pt x="1246379" y="1323649"/>
                </a:lnTo>
                <a:lnTo>
                  <a:pt x="1283547" y="1294178"/>
                </a:lnTo>
                <a:lnTo>
                  <a:pt x="1319178" y="1262144"/>
                </a:lnTo>
                <a:lnTo>
                  <a:pt x="1352660" y="1228053"/>
                </a:lnTo>
                <a:lnTo>
                  <a:pt x="1383463" y="1192492"/>
                </a:lnTo>
                <a:lnTo>
                  <a:pt x="1411587" y="1155584"/>
                </a:lnTo>
                <a:lnTo>
                  <a:pt x="1437033" y="1117451"/>
                </a:lnTo>
                <a:lnTo>
                  <a:pt x="1459801" y="1078216"/>
                </a:lnTo>
                <a:lnTo>
                  <a:pt x="1479890" y="1038001"/>
                </a:lnTo>
                <a:lnTo>
                  <a:pt x="1497300" y="996928"/>
                </a:lnTo>
                <a:lnTo>
                  <a:pt x="1512032" y="955121"/>
                </a:lnTo>
                <a:lnTo>
                  <a:pt x="1524085" y="912701"/>
                </a:lnTo>
                <a:lnTo>
                  <a:pt x="1533460" y="869791"/>
                </a:lnTo>
                <a:lnTo>
                  <a:pt x="1540156" y="826514"/>
                </a:lnTo>
                <a:lnTo>
                  <a:pt x="1544174" y="782992"/>
                </a:lnTo>
                <a:lnTo>
                  <a:pt x="1545513" y="739347"/>
                </a:lnTo>
                <a:lnTo>
                  <a:pt x="1544174" y="695702"/>
                </a:lnTo>
                <a:lnTo>
                  <a:pt x="1540156" y="652180"/>
                </a:lnTo>
                <a:lnTo>
                  <a:pt x="1533460" y="608903"/>
                </a:lnTo>
                <a:lnTo>
                  <a:pt x="1524085" y="565993"/>
                </a:lnTo>
                <a:lnTo>
                  <a:pt x="1512032" y="523573"/>
                </a:lnTo>
                <a:lnTo>
                  <a:pt x="1497300" y="481766"/>
                </a:lnTo>
                <a:lnTo>
                  <a:pt x="1479890" y="440693"/>
                </a:lnTo>
                <a:lnTo>
                  <a:pt x="1459801" y="400478"/>
                </a:lnTo>
                <a:lnTo>
                  <a:pt x="1437033" y="361243"/>
                </a:lnTo>
                <a:lnTo>
                  <a:pt x="1411587" y="323110"/>
                </a:lnTo>
                <a:lnTo>
                  <a:pt x="1383463" y="286201"/>
                </a:lnTo>
                <a:lnTo>
                  <a:pt x="1352660" y="250641"/>
                </a:lnTo>
                <a:lnTo>
                  <a:pt x="1319178" y="216549"/>
                </a:lnTo>
                <a:lnTo>
                  <a:pt x="1283547" y="184515"/>
                </a:lnTo>
                <a:lnTo>
                  <a:pt x="1246379" y="155044"/>
                </a:lnTo>
                <a:lnTo>
                  <a:pt x="1207803" y="128136"/>
                </a:lnTo>
                <a:lnTo>
                  <a:pt x="1167947" y="103790"/>
                </a:lnTo>
                <a:lnTo>
                  <a:pt x="1126939" y="82007"/>
                </a:lnTo>
                <a:lnTo>
                  <a:pt x="1084906" y="62786"/>
                </a:lnTo>
                <a:lnTo>
                  <a:pt x="1041978" y="46128"/>
                </a:lnTo>
                <a:lnTo>
                  <a:pt x="998281" y="32034"/>
                </a:lnTo>
                <a:lnTo>
                  <a:pt x="953944" y="20501"/>
                </a:lnTo>
                <a:lnTo>
                  <a:pt x="909096" y="11532"/>
                </a:lnTo>
                <a:lnTo>
                  <a:pt x="863863" y="5125"/>
                </a:lnTo>
                <a:lnTo>
                  <a:pt x="818374" y="1281"/>
                </a:lnTo>
                <a:lnTo>
                  <a:pt x="772757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60303" y="4662544"/>
            <a:ext cx="1545590" cy="1478915"/>
          </a:xfrm>
          <a:custGeom>
            <a:avLst/>
            <a:gdLst/>
            <a:ahLst/>
            <a:cxnLst/>
            <a:rect l="l" t="t" r="r" b="b"/>
            <a:pathLst>
              <a:path w="1545589" h="1478914">
                <a:moveTo>
                  <a:pt x="1319178" y="216549"/>
                </a:moveTo>
                <a:lnTo>
                  <a:pt x="1352659" y="250640"/>
                </a:lnTo>
                <a:lnTo>
                  <a:pt x="1383462" y="286201"/>
                </a:lnTo>
                <a:lnTo>
                  <a:pt x="1411587" y="323109"/>
                </a:lnTo>
                <a:lnTo>
                  <a:pt x="1437033" y="361242"/>
                </a:lnTo>
                <a:lnTo>
                  <a:pt x="1459801" y="400478"/>
                </a:lnTo>
                <a:lnTo>
                  <a:pt x="1479890" y="440693"/>
                </a:lnTo>
                <a:lnTo>
                  <a:pt x="1497300" y="481765"/>
                </a:lnTo>
                <a:lnTo>
                  <a:pt x="1512032" y="523573"/>
                </a:lnTo>
                <a:lnTo>
                  <a:pt x="1524085" y="565993"/>
                </a:lnTo>
                <a:lnTo>
                  <a:pt x="1533460" y="608902"/>
                </a:lnTo>
                <a:lnTo>
                  <a:pt x="1540157" y="652180"/>
                </a:lnTo>
                <a:lnTo>
                  <a:pt x="1544174" y="695702"/>
                </a:lnTo>
                <a:lnTo>
                  <a:pt x="1545514" y="739347"/>
                </a:lnTo>
                <a:lnTo>
                  <a:pt x="1544174" y="782991"/>
                </a:lnTo>
                <a:lnTo>
                  <a:pt x="1540157" y="826513"/>
                </a:lnTo>
                <a:lnTo>
                  <a:pt x="1533460" y="869791"/>
                </a:lnTo>
                <a:lnTo>
                  <a:pt x="1524085" y="912700"/>
                </a:lnTo>
                <a:lnTo>
                  <a:pt x="1512032" y="955120"/>
                </a:lnTo>
                <a:lnTo>
                  <a:pt x="1497300" y="996928"/>
                </a:lnTo>
                <a:lnTo>
                  <a:pt x="1479890" y="1038000"/>
                </a:lnTo>
                <a:lnTo>
                  <a:pt x="1459801" y="1078215"/>
                </a:lnTo>
                <a:lnTo>
                  <a:pt x="1437033" y="1117451"/>
                </a:lnTo>
                <a:lnTo>
                  <a:pt x="1411587" y="1155584"/>
                </a:lnTo>
                <a:lnTo>
                  <a:pt x="1383462" y="1192492"/>
                </a:lnTo>
                <a:lnTo>
                  <a:pt x="1352659" y="1228053"/>
                </a:lnTo>
                <a:lnTo>
                  <a:pt x="1319178" y="1262144"/>
                </a:lnTo>
                <a:lnTo>
                  <a:pt x="1283546" y="1294178"/>
                </a:lnTo>
                <a:lnTo>
                  <a:pt x="1246378" y="1323649"/>
                </a:lnTo>
                <a:lnTo>
                  <a:pt x="1207803" y="1350558"/>
                </a:lnTo>
                <a:lnTo>
                  <a:pt x="1167946" y="1374903"/>
                </a:lnTo>
                <a:lnTo>
                  <a:pt x="1126938" y="1396686"/>
                </a:lnTo>
                <a:lnTo>
                  <a:pt x="1084906" y="1415907"/>
                </a:lnTo>
                <a:lnTo>
                  <a:pt x="1041977" y="1432564"/>
                </a:lnTo>
                <a:lnTo>
                  <a:pt x="998281" y="1446659"/>
                </a:lnTo>
                <a:lnTo>
                  <a:pt x="953944" y="1458192"/>
                </a:lnTo>
                <a:lnTo>
                  <a:pt x="909095" y="1467161"/>
                </a:lnTo>
                <a:lnTo>
                  <a:pt x="863862" y="1473568"/>
                </a:lnTo>
                <a:lnTo>
                  <a:pt x="818373" y="1477412"/>
                </a:lnTo>
                <a:lnTo>
                  <a:pt x="772756" y="1478693"/>
                </a:lnTo>
                <a:lnTo>
                  <a:pt x="727140" y="1477412"/>
                </a:lnTo>
                <a:lnTo>
                  <a:pt x="681651" y="1473568"/>
                </a:lnTo>
                <a:lnTo>
                  <a:pt x="636418" y="1467161"/>
                </a:lnTo>
                <a:lnTo>
                  <a:pt x="591569" y="1458192"/>
                </a:lnTo>
                <a:lnTo>
                  <a:pt x="547232" y="1446659"/>
                </a:lnTo>
                <a:lnTo>
                  <a:pt x="503536" y="1432564"/>
                </a:lnTo>
                <a:lnTo>
                  <a:pt x="460607" y="1415907"/>
                </a:lnTo>
                <a:lnTo>
                  <a:pt x="418575" y="1396686"/>
                </a:lnTo>
                <a:lnTo>
                  <a:pt x="377566" y="1374903"/>
                </a:lnTo>
                <a:lnTo>
                  <a:pt x="337710" y="1350558"/>
                </a:lnTo>
                <a:lnTo>
                  <a:pt x="299134" y="1323649"/>
                </a:lnTo>
                <a:lnTo>
                  <a:pt x="261966" y="1294178"/>
                </a:lnTo>
                <a:lnTo>
                  <a:pt x="226335" y="1262144"/>
                </a:lnTo>
                <a:lnTo>
                  <a:pt x="192853" y="1228053"/>
                </a:lnTo>
                <a:lnTo>
                  <a:pt x="162050" y="1192492"/>
                </a:lnTo>
                <a:lnTo>
                  <a:pt x="133926" y="1155584"/>
                </a:lnTo>
                <a:lnTo>
                  <a:pt x="108480" y="1117451"/>
                </a:lnTo>
                <a:lnTo>
                  <a:pt x="85712" y="1078215"/>
                </a:lnTo>
                <a:lnTo>
                  <a:pt x="65623" y="1038000"/>
                </a:lnTo>
                <a:lnTo>
                  <a:pt x="48213" y="996928"/>
                </a:lnTo>
                <a:lnTo>
                  <a:pt x="33481" y="955120"/>
                </a:lnTo>
                <a:lnTo>
                  <a:pt x="21428" y="912700"/>
                </a:lnTo>
                <a:lnTo>
                  <a:pt x="12053" y="869791"/>
                </a:lnTo>
                <a:lnTo>
                  <a:pt x="5357" y="826513"/>
                </a:lnTo>
                <a:lnTo>
                  <a:pt x="1339" y="782991"/>
                </a:lnTo>
                <a:lnTo>
                  <a:pt x="0" y="739347"/>
                </a:lnTo>
                <a:lnTo>
                  <a:pt x="1339" y="695702"/>
                </a:lnTo>
                <a:lnTo>
                  <a:pt x="5357" y="652180"/>
                </a:lnTo>
                <a:lnTo>
                  <a:pt x="12053" y="608902"/>
                </a:lnTo>
                <a:lnTo>
                  <a:pt x="21428" y="565993"/>
                </a:lnTo>
                <a:lnTo>
                  <a:pt x="33481" y="523573"/>
                </a:lnTo>
                <a:lnTo>
                  <a:pt x="48213" y="481765"/>
                </a:lnTo>
                <a:lnTo>
                  <a:pt x="65623" y="440693"/>
                </a:lnTo>
                <a:lnTo>
                  <a:pt x="85712" y="400478"/>
                </a:lnTo>
                <a:lnTo>
                  <a:pt x="108480" y="361242"/>
                </a:lnTo>
                <a:lnTo>
                  <a:pt x="133926" y="323109"/>
                </a:lnTo>
                <a:lnTo>
                  <a:pt x="162050" y="286201"/>
                </a:lnTo>
                <a:lnTo>
                  <a:pt x="192853" y="250640"/>
                </a:lnTo>
                <a:lnTo>
                  <a:pt x="226335" y="216549"/>
                </a:lnTo>
                <a:lnTo>
                  <a:pt x="261966" y="184515"/>
                </a:lnTo>
                <a:lnTo>
                  <a:pt x="299134" y="155044"/>
                </a:lnTo>
                <a:lnTo>
                  <a:pt x="337710" y="128135"/>
                </a:lnTo>
                <a:lnTo>
                  <a:pt x="377566" y="103790"/>
                </a:lnTo>
                <a:lnTo>
                  <a:pt x="418575" y="82006"/>
                </a:lnTo>
                <a:lnTo>
                  <a:pt x="460607" y="62786"/>
                </a:lnTo>
                <a:lnTo>
                  <a:pt x="503536" y="46128"/>
                </a:lnTo>
                <a:lnTo>
                  <a:pt x="547232" y="32033"/>
                </a:lnTo>
                <a:lnTo>
                  <a:pt x="591569" y="20501"/>
                </a:lnTo>
                <a:lnTo>
                  <a:pt x="636418" y="11532"/>
                </a:lnTo>
                <a:lnTo>
                  <a:pt x="681651" y="5125"/>
                </a:lnTo>
                <a:lnTo>
                  <a:pt x="727140" y="1281"/>
                </a:lnTo>
                <a:lnTo>
                  <a:pt x="772756" y="0"/>
                </a:lnTo>
                <a:lnTo>
                  <a:pt x="818373" y="1281"/>
                </a:lnTo>
                <a:lnTo>
                  <a:pt x="863862" y="5125"/>
                </a:lnTo>
                <a:lnTo>
                  <a:pt x="909095" y="11532"/>
                </a:lnTo>
                <a:lnTo>
                  <a:pt x="953944" y="20501"/>
                </a:lnTo>
                <a:lnTo>
                  <a:pt x="998281" y="32033"/>
                </a:lnTo>
                <a:lnTo>
                  <a:pt x="1041977" y="46128"/>
                </a:lnTo>
                <a:lnTo>
                  <a:pt x="1084906" y="62786"/>
                </a:lnTo>
                <a:lnTo>
                  <a:pt x="1126938" y="82006"/>
                </a:lnTo>
                <a:lnTo>
                  <a:pt x="1167946" y="103790"/>
                </a:lnTo>
                <a:lnTo>
                  <a:pt x="1207803" y="128135"/>
                </a:lnTo>
                <a:lnTo>
                  <a:pt x="1246378" y="155044"/>
                </a:lnTo>
                <a:lnTo>
                  <a:pt x="1283546" y="184515"/>
                </a:lnTo>
                <a:lnTo>
                  <a:pt x="1319178" y="216549"/>
                </a:lnTo>
                <a:close/>
              </a:path>
            </a:pathLst>
          </a:custGeom>
          <a:ln w="152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981200" y="5067300"/>
            <a:ext cx="3079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4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24200" y="4800600"/>
            <a:ext cx="6785609" cy="11023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9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 future,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we will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automate the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in-memory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optimisation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recovery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crashes during  direct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execution.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日期占位符 20">
            <a:extLst>
              <a:ext uri="{FF2B5EF4-FFF2-40B4-BE49-F238E27FC236}">
                <a16:creationId xmlns:a16="http://schemas.microsoft.com/office/drawing/2014/main" id="{7EC7D8C4-6243-4FFD-ADD0-6006CFB03DD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3194D826-2CD3-4C0A-8192-01556F572F1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16</a:t>
            </a:fld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91429" y="2372944"/>
            <a:ext cx="193293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20" dirty="0">
                <a:latin typeface="Arial"/>
                <a:cs typeface="Arial"/>
              </a:rPr>
              <a:t>Q</a:t>
            </a:r>
            <a:r>
              <a:rPr sz="7200" spc="55" dirty="0">
                <a:latin typeface="Arial"/>
                <a:cs typeface="Arial"/>
              </a:rPr>
              <a:t>&amp;</a:t>
            </a:r>
            <a:r>
              <a:rPr sz="7200" spc="-275" dirty="0">
                <a:latin typeface="Arial"/>
                <a:cs typeface="Arial"/>
              </a:rPr>
              <a:t>A</a:t>
            </a:r>
            <a:endParaRPr sz="7200">
              <a:latin typeface="Arial"/>
              <a:cs typeface="Arial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635D6C-E2BB-44F4-B6AF-06172DB7D8B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altLang="zh-CN"/>
              <a:t>2019/10/29</a:t>
            </a:r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B04A78-4FA8-4D59-B9EF-AD7A4057A7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lang="en-US" altLang="zh-CN" smtClean="0"/>
              <a:t>17</a:t>
            </a:fld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934</Words>
  <Application>Microsoft Office PowerPoint</Application>
  <PresentationFormat>宽屏</PresentationFormat>
  <Paragraphs>256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Microsoft JhengHei UI</vt:lpstr>
      <vt:lpstr>MS UI Gothic</vt:lpstr>
      <vt:lpstr>等线</vt:lpstr>
      <vt:lpstr>等线 Light</vt:lpstr>
      <vt:lpstr>Arial</vt:lpstr>
      <vt:lpstr>Arial Rounded MT Bold</vt:lpstr>
      <vt:lpstr>Calibri</vt:lpstr>
      <vt:lpstr>Courier New</vt:lpstr>
      <vt:lpstr>Times New Roman</vt:lpstr>
      <vt:lpstr>Trebuchet MS</vt:lpstr>
      <vt:lpstr>Office Theme</vt:lpstr>
      <vt:lpstr>Office 主题​​</vt:lpstr>
      <vt:lpstr>Malton: Towards On-Device Non-Invasive Mobile Malware Analysis for ART</vt:lpstr>
      <vt:lpstr>Existing Android Malware Analysis Tools</vt:lpstr>
      <vt:lpstr>PowerPoint 演示文稿</vt:lpstr>
      <vt:lpstr>PowerPoint 演示文稿</vt:lpstr>
      <vt:lpstr>The OAT File</vt:lpstr>
      <vt:lpstr>PowerPoint 演示文稿</vt:lpstr>
      <vt:lpstr>The Design of Malton</vt:lpstr>
      <vt:lpstr>Android Framework Layer</vt:lpstr>
      <vt:lpstr>Android Runtime Layer</vt:lpstr>
      <vt:lpstr>System Layer</vt:lpstr>
      <vt:lpstr>Instruction Layer</vt:lpstr>
      <vt:lpstr>Path Exploration</vt:lpstr>
      <vt:lpstr>Path Exploration</vt:lpstr>
      <vt:lpstr>Discovering Sensitive Operations</vt:lpstr>
      <vt:lpstr>PowerPoint 演示文稿</vt:lpstr>
      <vt:lpstr>Propose and develop Malton, a novel on-device non-  invasive analysis tool for ART.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Malton: Towards On-Device Non-Invasive Mobile Malware Analysis for ART</dc:title>
  <cp:lastModifiedBy>guo yinggang</cp:lastModifiedBy>
  <cp:revision>5</cp:revision>
  <dcterms:created xsi:type="dcterms:W3CDTF">2019-10-28T12:21:41Z</dcterms:created>
  <dcterms:modified xsi:type="dcterms:W3CDTF">2019-10-28T12:45:39Z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2019-10-28T00:00:00Z</vt:filetime>
  </property>
</Properties>
</file>